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7" r:id="rId6"/>
    <p:sldId id="268" r:id="rId7"/>
    <p:sldId id="269" r:id="rId8"/>
    <p:sldId id="271" r:id="rId9"/>
    <p:sldId id="272" r:id="rId10"/>
    <p:sldId id="274" r:id="rId11"/>
    <p:sldId id="275" r:id="rId12"/>
    <p:sldId id="260" r:id="rId13"/>
    <p:sldId id="270" r:id="rId14"/>
    <p:sldId id="265" r:id="rId15"/>
    <p:sldId id="273"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71A686-72FA-4656-9014-2345ABFCC846}" v="32" dt="2025-02-26T03:03:52.825"/>
    <p1510:client id="{DD51E439-AB0E-45AA-9521-403C477768AD}" v="36" dt="2025-02-25T20:06:42.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snapToObjects="1">
      <p:cViewPr>
        <p:scale>
          <a:sx n="77" d="100"/>
          <a:sy n="77" d="100"/>
        </p:scale>
        <p:origin x="1757"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a T" userId="a44c6c273a8be514" providerId="LiveId" clId="{8571A686-72FA-4656-9014-2345ABFCC846}"/>
    <pc:docChg chg="undo custSel addSld modSld sldOrd">
      <pc:chgData name="Anusha T" userId="a44c6c273a8be514" providerId="LiveId" clId="{8571A686-72FA-4656-9014-2345ABFCC846}" dt="2025-02-26T03:04:56.538" v="286" actId="20577"/>
      <pc:docMkLst>
        <pc:docMk/>
      </pc:docMkLst>
      <pc:sldChg chg="addSp delSp modSp mod">
        <pc:chgData name="Anusha T" userId="a44c6c273a8be514" providerId="LiveId" clId="{8571A686-72FA-4656-9014-2345ABFCC846}" dt="2025-02-26T01:34:49.159" v="173" actId="1076"/>
        <pc:sldMkLst>
          <pc:docMk/>
          <pc:sldMk cId="0" sldId="256"/>
        </pc:sldMkLst>
        <pc:spChg chg="mod">
          <ac:chgData name="Anusha T" userId="a44c6c273a8be514" providerId="LiveId" clId="{8571A686-72FA-4656-9014-2345ABFCC846}" dt="2025-02-26T01:34:42.638" v="172" actId="14100"/>
          <ac:spMkLst>
            <pc:docMk/>
            <pc:sldMk cId="0" sldId="256"/>
            <ac:spMk id="2" creationId="{00000000-0000-0000-0000-000000000000}"/>
          </ac:spMkLst>
        </pc:spChg>
        <pc:spChg chg="mod">
          <ac:chgData name="Anusha T" userId="a44c6c273a8be514" providerId="LiveId" clId="{8571A686-72FA-4656-9014-2345ABFCC846}" dt="2025-02-26T01:34:29.693" v="170" actId="26606"/>
          <ac:spMkLst>
            <pc:docMk/>
            <pc:sldMk cId="0" sldId="256"/>
            <ac:spMk id="3" creationId="{00000000-0000-0000-0000-000000000000}"/>
          </ac:spMkLst>
        </pc:spChg>
        <pc:spChg chg="add del">
          <ac:chgData name="Anusha T" userId="a44c6c273a8be514" providerId="LiveId" clId="{8571A686-72FA-4656-9014-2345ABFCC846}" dt="2025-02-26T01:34:29.693" v="170" actId="26606"/>
          <ac:spMkLst>
            <pc:docMk/>
            <pc:sldMk cId="0" sldId="256"/>
            <ac:spMk id="10" creationId="{4E212B76-74CB-461F-90A3-EF4F2397A883}"/>
          </ac:spMkLst>
        </pc:spChg>
        <pc:spChg chg="add del">
          <ac:chgData name="Anusha T" userId="a44c6c273a8be514" providerId="LiveId" clId="{8571A686-72FA-4656-9014-2345ABFCC846}" dt="2025-02-26T01:34:29.693" v="170" actId="26606"/>
          <ac:spMkLst>
            <pc:docMk/>
            <pc:sldMk cId="0" sldId="256"/>
            <ac:spMk id="12" creationId="{81E746D0-4B37-4869-B2EF-79D5F0FFFBC9}"/>
          </ac:spMkLst>
        </pc:spChg>
        <pc:spChg chg="add del">
          <ac:chgData name="Anusha T" userId="a44c6c273a8be514" providerId="LiveId" clId="{8571A686-72FA-4656-9014-2345ABFCC846}" dt="2025-02-26T01:34:29.693" v="170" actId="26606"/>
          <ac:spMkLst>
            <pc:docMk/>
            <pc:sldMk cId="0" sldId="256"/>
            <ac:spMk id="17" creationId="{2B109C5B-3B98-48EB-A942-8D11CEA374B6}"/>
          </ac:spMkLst>
        </pc:spChg>
        <pc:spChg chg="add del">
          <ac:chgData name="Anusha T" userId="a44c6c273a8be514" providerId="LiveId" clId="{8571A686-72FA-4656-9014-2345ABFCC846}" dt="2025-02-26T01:34:29.693" v="170" actId="26606"/>
          <ac:spMkLst>
            <pc:docMk/>
            <pc:sldMk cId="0" sldId="256"/>
            <ac:spMk id="19" creationId="{A9C389E4-003E-40C9-AC9E-ED821C16F525}"/>
          </ac:spMkLst>
        </pc:spChg>
        <pc:spChg chg="add del">
          <ac:chgData name="Anusha T" userId="a44c6c273a8be514" providerId="LiveId" clId="{8571A686-72FA-4656-9014-2345ABFCC846}" dt="2025-02-26T01:34:29.693" v="170" actId="26606"/>
          <ac:spMkLst>
            <pc:docMk/>
            <pc:sldMk cId="0" sldId="256"/>
            <ac:spMk id="21" creationId="{6C042684-2705-40BD-9104-A6B24CE1CA45}"/>
          </ac:spMkLst>
        </pc:spChg>
        <pc:picChg chg="mod">
          <ac:chgData name="Anusha T" userId="a44c6c273a8be514" providerId="LiveId" clId="{8571A686-72FA-4656-9014-2345ABFCC846}" dt="2025-02-26T01:34:49.159" v="173" actId="1076"/>
          <ac:picMkLst>
            <pc:docMk/>
            <pc:sldMk cId="0" sldId="256"/>
            <ac:picMk id="7" creationId="{015DE2F9-685E-2135-9ABF-FC4EDC5AA10E}"/>
          </ac:picMkLst>
        </pc:picChg>
      </pc:sldChg>
      <pc:sldChg chg="addSp delSp modSp mod setBg setClrOvrMap">
        <pc:chgData name="Anusha T" userId="a44c6c273a8be514" providerId="LiveId" clId="{8571A686-72FA-4656-9014-2345ABFCC846}" dt="2025-02-26T00:57:03.392" v="135" actId="26606"/>
        <pc:sldMkLst>
          <pc:docMk/>
          <pc:sldMk cId="0" sldId="257"/>
        </pc:sldMkLst>
        <pc:spChg chg="mod">
          <ac:chgData name="Anusha T" userId="a44c6c273a8be514" providerId="LiveId" clId="{8571A686-72FA-4656-9014-2345ABFCC846}" dt="2025-02-25T20:44:02.199" v="7" actId="26606"/>
          <ac:spMkLst>
            <pc:docMk/>
            <pc:sldMk cId="0" sldId="257"/>
            <ac:spMk id="2" creationId="{00000000-0000-0000-0000-000000000000}"/>
          </ac:spMkLst>
        </pc:spChg>
        <pc:spChg chg="del">
          <ac:chgData name="Anusha T" userId="a44c6c273a8be514" providerId="LiveId" clId="{8571A686-72FA-4656-9014-2345ABFCC846}" dt="2025-02-25T20:42:59.553" v="0" actId="26606"/>
          <ac:spMkLst>
            <pc:docMk/>
            <pc:sldMk cId="0" sldId="257"/>
            <ac:spMk id="13" creationId="{F9ED434F-8767-46CC-B26B-5AF62FF01E66}"/>
          </ac:spMkLst>
        </pc:spChg>
        <pc:spChg chg="add del">
          <ac:chgData name="Anusha T" userId="a44c6c273a8be514" providerId="LiveId" clId="{8571A686-72FA-4656-9014-2345ABFCC846}" dt="2025-02-25T20:44:02.199" v="7" actId="26606"/>
          <ac:spMkLst>
            <pc:docMk/>
            <pc:sldMk cId="0" sldId="257"/>
            <ac:spMk id="27" creationId="{CC28BCC9-4093-4FD5-83EB-7EC297F51396}"/>
          </ac:spMkLst>
        </pc:spChg>
        <pc:spChg chg="add del">
          <ac:chgData name="Anusha T" userId="a44c6c273a8be514" providerId="LiveId" clId="{8571A686-72FA-4656-9014-2345ABFCC846}" dt="2025-02-26T00:57:03.392" v="135" actId="26606"/>
          <ac:spMkLst>
            <pc:docMk/>
            <pc:sldMk cId="0" sldId="257"/>
            <ac:spMk id="36" creationId="{F9ED434F-8767-46CC-B26B-5AF62FF01E66}"/>
          </ac:spMkLst>
        </pc:spChg>
        <pc:spChg chg="add del">
          <ac:chgData name="Anusha T" userId="a44c6c273a8be514" providerId="LiveId" clId="{8571A686-72FA-4656-9014-2345ABFCC846}" dt="2025-02-25T20:43:45.918" v="2" actId="26606"/>
          <ac:spMkLst>
            <pc:docMk/>
            <pc:sldMk cId="0" sldId="257"/>
            <ac:spMk id="41" creationId="{CC28BCC9-4093-4FD5-83EB-7EC297F51396}"/>
          </ac:spMkLst>
        </pc:spChg>
        <pc:spChg chg="add del">
          <ac:chgData name="Anusha T" userId="a44c6c273a8be514" providerId="LiveId" clId="{8571A686-72FA-4656-9014-2345ABFCC846}" dt="2025-02-26T00:57:03.341" v="134" actId="26606"/>
          <ac:spMkLst>
            <pc:docMk/>
            <pc:sldMk cId="0" sldId="257"/>
            <ac:spMk id="45" creationId="{F9ED434F-8767-46CC-B26B-5AF62FF01E66}"/>
          </ac:spMkLst>
        </pc:spChg>
        <pc:spChg chg="add">
          <ac:chgData name="Anusha T" userId="a44c6c273a8be514" providerId="LiveId" clId="{8571A686-72FA-4656-9014-2345ABFCC846}" dt="2025-02-26T00:57:03.392" v="135" actId="26606"/>
          <ac:spMkLst>
            <pc:docMk/>
            <pc:sldMk cId="0" sldId="257"/>
            <ac:spMk id="50" creationId="{F9ED434F-8767-46CC-B26B-5AF62FF01E66}"/>
          </ac:spMkLst>
        </pc:spChg>
        <pc:spChg chg="add del">
          <ac:chgData name="Anusha T" userId="a44c6c273a8be514" providerId="LiveId" clId="{8571A686-72FA-4656-9014-2345ABFCC846}" dt="2025-02-25T20:43:56.202" v="4" actId="26606"/>
          <ac:spMkLst>
            <pc:docMk/>
            <pc:sldMk cId="0" sldId="257"/>
            <ac:spMk id="51" creationId="{CC28BCC9-4093-4FD5-83EB-7EC297F51396}"/>
          </ac:spMkLst>
        </pc:spChg>
        <pc:grpChg chg="del">
          <ac:chgData name="Anusha T" userId="a44c6c273a8be514" providerId="LiveId" clId="{8571A686-72FA-4656-9014-2345ABFCC846}" dt="2025-02-25T20:42:59.553" v="0" actId="26606"/>
          <ac:grpSpMkLst>
            <pc:docMk/>
            <pc:sldMk cId="0" sldId="257"/>
            <ac:grpSpMk id="9" creationId="{2F448CB3-7B4F-45D7-B7C0-DF553DF61453}"/>
          </ac:grpSpMkLst>
        </pc:grpChg>
        <pc:grpChg chg="add del">
          <ac:chgData name="Anusha T" userId="a44c6c273a8be514" providerId="LiveId" clId="{8571A686-72FA-4656-9014-2345ABFCC846}" dt="2025-02-25T20:44:02.199" v="7" actId="26606"/>
          <ac:grpSpMkLst>
            <pc:docMk/>
            <pc:sldMk cId="0" sldId="257"/>
            <ac:grpSpMk id="18" creationId="{08BCF048-8940-4354-B9EC-5AD74E283CE3}"/>
          </ac:grpSpMkLst>
        </pc:grpChg>
        <pc:grpChg chg="add del">
          <ac:chgData name="Anusha T" userId="a44c6c273a8be514" providerId="LiveId" clId="{8571A686-72FA-4656-9014-2345ABFCC846}" dt="2025-02-26T00:57:03.392" v="135" actId="26606"/>
          <ac:grpSpMkLst>
            <pc:docMk/>
            <pc:sldMk cId="0" sldId="257"/>
            <ac:grpSpMk id="29" creationId="{2F448CB3-7B4F-45D7-B7C0-DF553DF61453}"/>
          </ac:grpSpMkLst>
        </pc:grpChg>
        <pc:grpChg chg="add del">
          <ac:chgData name="Anusha T" userId="a44c6c273a8be514" providerId="LiveId" clId="{8571A686-72FA-4656-9014-2345ABFCC846}" dt="2025-02-25T20:43:45.918" v="2" actId="26606"/>
          <ac:grpSpMkLst>
            <pc:docMk/>
            <pc:sldMk cId="0" sldId="257"/>
            <ac:grpSpMk id="32" creationId="{08BCF048-8940-4354-B9EC-5AD74E283CE3}"/>
          </ac:grpSpMkLst>
        </pc:grpChg>
        <pc:grpChg chg="add del">
          <ac:chgData name="Anusha T" userId="a44c6c273a8be514" providerId="LiveId" clId="{8571A686-72FA-4656-9014-2345ABFCC846}" dt="2025-02-26T00:57:03.341" v="134" actId="26606"/>
          <ac:grpSpMkLst>
            <pc:docMk/>
            <pc:sldMk cId="0" sldId="257"/>
            <ac:grpSpMk id="38" creationId="{2F448CB3-7B4F-45D7-B7C0-DF553DF61453}"/>
          </ac:grpSpMkLst>
        </pc:grpChg>
        <pc:grpChg chg="add del">
          <ac:chgData name="Anusha T" userId="a44c6c273a8be514" providerId="LiveId" clId="{8571A686-72FA-4656-9014-2345ABFCC846}" dt="2025-02-25T20:43:56.202" v="4" actId="26606"/>
          <ac:grpSpMkLst>
            <pc:docMk/>
            <pc:sldMk cId="0" sldId="257"/>
            <ac:grpSpMk id="43" creationId="{08BCF048-8940-4354-B9EC-5AD74E283CE3}"/>
          </ac:grpSpMkLst>
        </pc:grpChg>
        <pc:grpChg chg="add">
          <ac:chgData name="Anusha T" userId="a44c6c273a8be514" providerId="LiveId" clId="{8571A686-72FA-4656-9014-2345ABFCC846}" dt="2025-02-26T00:57:03.392" v="135" actId="26606"/>
          <ac:grpSpMkLst>
            <pc:docMk/>
            <pc:sldMk cId="0" sldId="257"/>
            <ac:grpSpMk id="47" creationId="{2F448CB3-7B4F-45D7-B7C0-DF553DF61453}"/>
          </ac:grpSpMkLst>
        </pc:grpChg>
        <pc:graphicFrameChg chg="mod modGraphic">
          <ac:chgData name="Anusha T" userId="a44c6c273a8be514" providerId="LiveId" clId="{8571A686-72FA-4656-9014-2345ABFCC846}" dt="2025-02-26T00:57:03.392" v="135" actId="26606"/>
          <ac:graphicFrameMkLst>
            <pc:docMk/>
            <pc:sldMk cId="0" sldId="257"/>
            <ac:graphicFrameMk id="5" creationId="{CECC098B-00BD-DD64-FDCD-DD166F43D024}"/>
          </ac:graphicFrameMkLst>
        </pc:graphicFrameChg>
      </pc:sldChg>
      <pc:sldChg chg="addSp delSp modSp mod setClrOvrMap">
        <pc:chgData name="Anusha T" userId="a44c6c273a8be514" providerId="LiveId" clId="{8571A686-72FA-4656-9014-2345ABFCC846}" dt="2025-02-26T00:56:23.399" v="132" actId="26606"/>
        <pc:sldMkLst>
          <pc:docMk/>
          <pc:sldMk cId="0" sldId="260"/>
        </pc:sldMkLst>
        <pc:spChg chg="del mod">
          <ac:chgData name="Anusha T" userId="a44c6c273a8be514" providerId="LiveId" clId="{8571A686-72FA-4656-9014-2345ABFCC846}" dt="2025-02-26T00:56:11.767" v="125" actId="478"/>
          <ac:spMkLst>
            <pc:docMk/>
            <pc:sldMk cId="0" sldId="260"/>
            <ac:spMk id="2" creationId="{00000000-0000-0000-0000-000000000000}"/>
          </ac:spMkLst>
        </pc:spChg>
        <pc:spChg chg="add del">
          <ac:chgData name="Anusha T" userId="a44c6c273a8be514" providerId="LiveId" clId="{8571A686-72FA-4656-9014-2345ABFCC846}" dt="2025-02-26T00:56:23.399" v="132" actId="26606"/>
          <ac:spMkLst>
            <pc:docMk/>
            <pc:sldMk cId="0" sldId="260"/>
            <ac:spMk id="50" creationId="{B8144315-1C5A-4185-A952-25D98D303D46}"/>
          </ac:spMkLst>
        </pc:spChg>
        <pc:spChg chg="add del">
          <ac:chgData name="Anusha T" userId="a44c6c273a8be514" providerId="LiveId" clId="{8571A686-72FA-4656-9014-2345ABFCC846}" dt="2025-02-26T00:56:23.399" v="132" actId="26606"/>
          <ac:spMkLst>
            <pc:docMk/>
            <pc:sldMk cId="0" sldId="260"/>
            <ac:spMk id="51" creationId="{CC3DF159-A62C-40A0-86EB-55F5FCDB0761}"/>
          </ac:spMkLst>
        </pc:spChg>
        <pc:spChg chg="add del">
          <ac:chgData name="Anusha T" userId="a44c6c273a8be514" providerId="LiveId" clId="{8571A686-72FA-4656-9014-2345ABFCC846}" dt="2025-02-26T00:56:23.399" v="132" actId="26606"/>
          <ac:spMkLst>
            <pc:docMk/>
            <pc:sldMk cId="0" sldId="260"/>
            <ac:spMk id="52" creationId="{C5DDC647-9031-4B8C-B212-04560303C8EA}"/>
          </ac:spMkLst>
        </pc:spChg>
        <pc:spChg chg="add del">
          <ac:chgData name="Anusha T" userId="a44c6c273a8be514" providerId="LiveId" clId="{8571A686-72FA-4656-9014-2345ABFCC846}" dt="2025-02-26T00:56:15.781" v="127" actId="26606"/>
          <ac:spMkLst>
            <pc:docMk/>
            <pc:sldMk cId="0" sldId="260"/>
            <ac:spMk id="57" creationId="{388DD50E-1D2D-48C6-A470-79FB7F337F8A}"/>
          </ac:spMkLst>
        </pc:spChg>
        <pc:spChg chg="add del">
          <ac:chgData name="Anusha T" userId="a44c6c273a8be514" providerId="LiveId" clId="{8571A686-72FA-4656-9014-2345ABFCC846}" dt="2025-02-26T00:56:15.781" v="127" actId="26606"/>
          <ac:spMkLst>
            <pc:docMk/>
            <pc:sldMk cId="0" sldId="260"/>
            <ac:spMk id="59" creationId="{4F78DAAE-B0C3-49A3-8AB1-AD2FF0E3686F}"/>
          </ac:spMkLst>
        </pc:spChg>
        <pc:spChg chg="add del">
          <ac:chgData name="Anusha T" userId="a44c6c273a8be514" providerId="LiveId" clId="{8571A686-72FA-4656-9014-2345ABFCC846}" dt="2025-02-26T00:56:15.781" v="127" actId="26606"/>
          <ac:spMkLst>
            <pc:docMk/>
            <pc:sldMk cId="0" sldId="260"/>
            <ac:spMk id="61" creationId="{F6A8A81D-3338-4B0F-A26F-A3D259D27681}"/>
          </ac:spMkLst>
        </pc:spChg>
        <pc:spChg chg="add del">
          <ac:chgData name="Anusha T" userId="a44c6c273a8be514" providerId="LiveId" clId="{8571A686-72FA-4656-9014-2345ABFCC846}" dt="2025-02-26T00:56:15.781" v="127" actId="26606"/>
          <ac:spMkLst>
            <pc:docMk/>
            <pc:sldMk cId="0" sldId="260"/>
            <ac:spMk id="63" creationId="{40155665-7CE2-4939-AE5E-020DC1D20753}"/>
          </ac:spMkLst>
        </pc:spChg>
        <pc:spChg chg="add del">
          <ac:chgData name="Anusha T" userId="a44c6c273a8be514" providerId="LiveId" clId="{8571A686-72FA-4656-9014-2345ABFCC846}" dt="2025-02-26T00:56:17.598" v="129" actId="26606"/>
          <ac:spMkLst>
            <pc:docMk/>
            <pc:sldMk cId="0" sldId="260"/>
            <ac:spMk id="65" creationId="{71616407-3E4D-4469-BDAF-3837EBF9FDA8}"/>
          </ac:spMkLst>
        </pc:spChg>
        <pc:spChg chg="add del">
          <ac:chgData name="Anusha T" userId="a44c6c273a8be514" providerId="LiveId" clId="{8571A686-72FA-4656-9014-2345ABFCC846}" dt="2025-02-26T00:56:17.598" v="129" actId="26606"/>
          <ac:spMkLst>
            <pc:docMk/>
            <pc:sldMk cId="0" sldId="260"/>
            <ac:spMk id="66" creationId="{6A733EBD-820A-4FA2-9A24-E3259DA7EA15}"/>
          </ac:spMkLst>
        </pc:spChg>
        <pc:spChg chg="add del">
          <ac:chgData name="Anusha T" userId="a44c6c273a8be514" providerId="LiveId" clId="{8571A686-72FA-4656-9014-2345ABFCC846}" dt="2025-02-26T00:56:17.598" v="129" actId="26606"/>
          <ac:spMkLst>
            <pc:docMk/>
            <pc:sldMk cId="0" sldId="260"/>
            <ac:spMk id="67" creationId="{6D4A187A-A5A0-48DF-94DB-432F7582DC83}"/>
          </ac:spMkLst>
        </pc:spChg>
        <pc:spChg chg="add del">
          <ac:chgData name="Anusha T" userId="a44c6c273a8be514" providerId="LiveId" clId="{8571A686-72FA-4656-9014-2345ABFCC846}" dt="2025-02-26T00:56:23.394" v="131" actId="26606"/>
          <ac:spMkLst>
            <pc:docMk/>
            <pc:sldMk cId="0" sldId="260"/>
            <ac:spMk id="69" creationId="{71616407-3E4D-4469-BDAF-3837EBF9FDA8}"/>
          </ac:spMkLst>
        </pc:spChg>
        <pc:spChg chg="add del">
          <ac:chgData name="Anusha T" userId="a44c6c273a8be514" providerId="LiveId" clId="{8571A686-72FA-4656-9014-2345ABFCC846}" dt="2025-02-26T00:56:23.394" v="131" actId="26606"/>
          <ac:spMkLst>
            <pc:docMk/>
            <pc:sldMk cId="0" sldId="260"/>
            <ac:spMk id="70" creationId="{9E07A5DF-FA84-4713-8362-5AD75093B13D}"/>
          </ac:spMkLst>
        </pc:spChg>
        <pc:spChg chg="add del">
          <ac:chgData name="Anusha T" userId="a44c6c273a8be514" providerId="LiveId" clId="{8571A686-72FA-4656-9014-2345ABFCC846}" dt="2025-02-26T00:56:23.394" v="131" actId="26606"/>
          <ac:spMkLst>
            <pc:docMk/>
            <pc:sldMk cId="0" sldId="260"/>
            <ac:spMk id="71" creationId="{55C041D8-A61A-4C01-9DE2-C3D9F4350B20}"/>
          </ac:spMkLst>
        </pc:spChg>
        <pc:spChg chg="add del">
          <ac:chgData name="Anusha T" userId="a44c6c273a8be514" providerId="LiveId" clId="{8571A686-72FA-4656-9014-2345ABFCC846}" dt="2025-02-26T00:56:23.394" v="131" actId="26606"/>
          <ac:spMkLst>
            <pc:docMk/>
            <pc:sldMk cId="0" sldId="260"/>
            <ac:spMk id="72" creationId="{D8128B2E-5871-4FE1-A4EC-AA3F53CAE86F}"/>
          </ac:spMkLst>
        </pc:spChg>
        <pc:spChg chg="add">
          <ac:chgData name="Anusha T" userId="a44c6c273a8be514" providerId="LiveId" clId="{8571A686-72FA-4656-9014-2345ABFCC846}" dt="2025-02-26T00:56:23.399" v="132" actId="26606"/>
          <ac:spMkLst>
            <pc:docMk/>
            <pc:sldMk cId="0" sldId="260"/>
            <ac:spMk id="74" creationId="{388DD50E-1D2D-48C6-A470-79FB7F337F8A}"/>
          </ac:spMkLst>
        </pc:spChg>
        <pc:spChg chg="add">
          <ac:chgData name="Anusha T" userId="a44c6c273a8be514" providerId="LiveId" clId="{8571A686-72FA-4656-9014-2345ABFCC846}" dt="2025-02-26T00:56:23.399" v="132" actId="26606"/>
          <ac:spMkLst>
            <pc:docMk/>
            <pc:sldMk cId="0" sldId="260"/>
            <ac:spMk id="75" creationId="{4F78DAAE-B0C3-49A3-8AB1-AD2FF0E3686F}"/>
          </ac:spMkLst>
        </pc:spChg>
        <pc:spChg chg="add">
          <ac:chgData name="Anusha T" userId="a44c6c273a8be514" providerId="LiveId" clId="{8571A686-72FA-4656-9014-2345ABFCC846}" dt="2025-02-26T00:56:23.399" v="132" actId="26606"/>
          <ac:spMkLst>
            <pc:docMk/>
            <pc:sldMk cId="0" sldId="260"/>
            <ac:spMk id="76" creationId="{F6A8A81D-3338-4B0F-A26F-A3D259D27681}"/>
          </ac:spMkLst>
        </pc:spChg>
        <pc:spChg chg="add">
          <ac:chgData name="Anusha T" userId="a44c6c273a8be514" providerId="LiveId" clId="{8571A686-72FA-4656-9014-2345ABFCC846}" dt="2025-02-26T00:56:23.399" v="132" actId="26606"/>
          <ac:spMkLst>
            <pc:docMk/>
            <pc:sldMk cId="0" sldId="260"/>
            <ac:spMk id="77" creationId="{40155665-7CE2-4939-AE5E-020DC1D20753}"/>
          </ac:spMkLst>
        </pc:spChg>
        <pc:grpChg chg="add del">
          <ac:chgData name="Anusha T" userId="a44c6c273a8be514" providerId="LiveId" clId="{8571A686-72FA-4656-9014-2345ABFCC846}" dt="2025-02-26T00:56:23.399" v="132" actId="26606"/>
          <ac:grpSpMkLst>
            <pc:docMk/>
            <pc:sldMk cId="0" sldId="260"/>
            <ac:grpSpMk id="49" creationId="{4091D54B-59AB-4A5E-8E9E-0421BD66D4FB}"/>
          </ac:grpSpMkLst>
        </pc:grpChg>
        <pc:picChg chg="mod">
          <ac:chgData name="Anusha T" userId="a44c6c273a8be514" providerId="LiveId" clId="{8571A686-72FA-4656-9014-2345ABFCC846}" dt="2025-02-26T00:56:23.399" v="132" actId="26606"/>
          <ac:picMkLst>
            <pc:docMk/>
            <pc:sldMk cId="0" sldId="260"/>
            <ac:picMk id="3" creationId="{00000000-0000-0000-0000-000000000000}"/>
          </ac:picMkLst>
        </pc:picChg>
      </pc:sldChg>
      <pc:sldChg chg="addSp delSp modSp mod setBg">
        <pc:chgData name="Anusha T" userId="a44c6c273a8be514" providerId="LiveId" clId="{8571A686-72FA-4656-9014-2345ABFCC846}" dt="2025-02-26T03:04:56.538" v="286" actId="20577"/>
        <pc:sldMkLst>
          <pc:docMk/>
          <pc:sldMk cId="0" sldId="265"/>
        </pc:sldMkLst>
        <pc:spChg chg="mod">
          <ac:chgData name="Anusha T" userId="a44c6c273a8be514" providerId="LiveId" clId="{8571A686-72FA-4656-9014-2345ABFCC846}" dt="2025-02-26T01:10:05.860" v="159" actId="26606"/>
          <ac:spMkLst>
            <pc:docMk/>
            <pc:sldMk cId="0" sldId="265"/>
            <ac:spMk id="2" creationId="{00000000-0000-0000-0000-000000000000}"/>
          </ac:spMkLst>
        </pc:spChg>
        <pc:spChg chg="del mod">
          <ac:chgData name="Anusha T" userId="a44c6c273a8be514" providerId="LiveId" clId="{8571A686-72FA-4656-9014-2345ABFCC846}" dt="2025-02-26T01:08:46.324" v="145"/>
          <ac:spMkLst>
            <pc:docMk/>
            <pc:sldMk cId="0" sldId="265"/>
            <ac:spMk id="3" creationId="{00000000-0000-0000-0000-000000000000}"/>
          </ac:spMkLst>
        </pc:spChg>
        <pc:spChg chg="add">
          <ac:chgData name="Anusha T" userId="a44c6c273a8be514" providerId="LiveId" clId="{8571A686-72FA-4656-9014-2345ABFCC846}" dt="2025-02-26T01:07:21.070" v="136"/>
          <ac:spMkLst>
            <pc:docMk/>
            <pc:sldMk cId="0" sldId="265"/>
            <ac:spMk id="4" creationId="{8A310F25-56E3-7280-3310-9FE371498693}"/>
          </ac:spMkLst>
        </pc:spChg>
        <pc:spChg chg="add mod">
          <ac:chgData name="Anusha T" userId="a44c6c273a8be514" providerId="LiveId" clId="{8571A686-72FA-4656-9014-2345ABFCC846}" dt="2025-02-26T01:08:38.093" v="142" actId="255"/>
          <ac:spMkLst>
            <pc:docMk/>
            <pc:sldMk cId="0" sldId="265"/>
            <ac:spMk id="5" creationId="{E8D9D9A2-308F-8D4A-F8BF-6D373733BC85}"/>
          </ac:spMkLst>
        </pc:spChg>
        <pc:spChg chg="add del mod">
          <ac:chgData name="Anusha T" userId="a44c6c273a8be514" providerId="LiveId" clId="{8571A686-72FA-4656-9014-2345ABFCC846}" dt="2025-02-26T01:10:05.860" v="159" actId="26606"/>
          <ac:spMkLst>
            <pc:docMk/>
            <pc:sldMk cId="0" sldId="265"/>
            <ac:spMk id="6" creationId="{3B056C5B-33AD-690F-CCB9-2491ECFCA9F0}"/>
          </ac:spMkLst>
        </pc:spChg>
        <pc:spChg chg="add mod">
          <ac:chgData name="Anusha T" userId="a44c6c273a8be514" providerId="LiveId" clId="{8571A686-72FA-4656-9014-2345ABFCC846}" dt="2025-02-26T03:04:56.538" v="286" actId="20577"/>
          <ac:spMkLst>
            <pc:docMk/>
            <pc:sldMk cId="0" sldId="265"/>
            <ac:spMk id="10" creationId="{3B056C5B-33AD-690F-CCB9-2491ECFCA9F0}"/>
          </ac:spMkLst>
        </pc:spChg>
        <pc:spChg chg="add">
          <ac:chgData name="Anusha T" userId="a44c6c273a8be514" providerId="LiveId" clId="{8571A686-72FA-4656-9014-2345ABFCC846}" dt="2025-02-26T01:10:05.860" v="159" actId="26606"/>
          <ac:spMkLst>
            <pc:docMk/>
            <pc:sldMk cId="0" sldId="265"/>
            <ac:spMk id="11" creationId="{324E43EB-867C-4B35-9A5C-E435157C7297}"/>
          </ac:spMkLst>
        </pc:spChg>
        <pc:spChg chg="add">
          <ac:chgData name="Anusha T" userId="a44c6c273a8be514" providerId="LiveId" clId="{8571A686-72FA-4656-9014-2345ABFCC846}" dt="2025-02-26T01:10:05.860" v="159" actId="26606"/>
          <ac:spMkLst>
            <pc:docMk/>
            <pc:sldMk cId="0" sldId="265"/>
            <ac:spMk id="13" creationId="{A7C0F5DA-B59F-4F13-8BB8-FFD8F2C572BC}"/>
          </ac:spMkLst>
        </pc:spChg>
        <pc:spChg chg="add">
          <ac:chgData name="Anusha T" userId="a44c6c273a8be514" providerId="LiveId" clId="{8571A686-72FA-4656-9014-2345ABFCC846}" dt="2025-02-26T01:10:05.860" v="159" actId="26606"/>
          <ac:spMkLst>
            <pc:docMk/>
            <pc:sldMk cId="0" sldId="265"/>
            <ac:spMk id="15" creationId="{9CEA1DEC-CC9E-4776-9E08-048A15BFA6CA}"/>
          </ac:spMkLst>
        </pc:spChg>
        <pc:spChg chg="add">
          <ac:chgData name="Anusha T" userId="a44c6c273a8be514" providerId="LiveId" clId="{8571A686-72FA-4656-9014-2345ABFCC846}" dt="2025-02-26T01:10:05.860" v="159" actId="26606"/>
          <ac:spMkLst>
            <pc:docMk/>
            <pc:sldMk cId="0" sldId="265"/>
            <ac:spMk id="17" creationId="{9CE399CF-F4B8-4832-A8CB-B93F6B1EF44B}"/>
          </ac:spMkLst>
        </pc:spChg>
        <pc:spChg chg="add">
          <ac:chgData name="Anusha T" userId="a44c6c273a8be514" providerId="LiveId" clId="{8571A686-72FA-4656-9014-2345ABFCC846}" dt="2025-02-26T01:10:05.860" v="159" actId="26606"/>
          <ac:spMkLst>
            <pc:docMk/>
            <pc:sldMk cId="0" sldId="265"/>
            <ac:spMk id="19" creationId="{1F23E73A-FDC8-462C-83C1-3AA8961449CF}"/>
          </ac:spMkLst>
        </pc:spChg>
        <pc:graphicFrameChg chg="add del">
          <ac:chgData name="Anusha T" userId="a44c6c273a8be514" providerId="LiveId" clId="{8571A686-72FA-4656-9014-2345ABFCC846}" dt="2025-02-26T01:10:05.843" v="158" actId="26606"/>
          <ac:graphicFrameMkLst>
            <pc:docMk/>
            <pc:sldMk cId="0" sldId="265"/>
            <ac:graphicFrameMk id="8" creationId="{A40CE087-D716-F5BE-8F15-9B81DD55D21D}"/>
          </ac:graphicFrameMkLst>
        </pc:graphicFrameChg>
      </pc:sldChg>
      <pc:sldChg chg="ord">
        <pc:chgData name="Anusha T" userId="a44c6c273a8be514" providerId="LiveId" clId="{8571A686-72FA-4656-9014-2345ABFCC846}" dt="2025-02-25T23:46:53.784" v="64"/>
        <pc:sldMkLst>
          <pc:docMk/>
          <pc:sldMk cId="469069958" sldId="270"/>
        </pc:sldMkLst>
      </pc:sldChg>
      <pc:sldChg chg="addSp modSp mod setBg setClrOvrMap">
        <pc:chgData name="Anusha T" userId="a44c6c273a8be514" providerId="LiveId" clId="{8571A686-72FA-4656-9014-2345ABFCC846}" dt="2025-02-26T01:41:37.766" v="174" actId="26606"/>
        <pc:sldMkLst>
          <pc:docMk/>
          <pc:sldMk cId="2043419846" sldId="271"/>
        </pc:sldMkLst>
        <pc:spChg chg="mod">
          <ac:chgData name="Anusha T" userId="a44c6c273a8be514" providerId="LiveId" clId="{8571A686-72FA-4656-9014-2345ABFCC846}" dt="2025-02-26T01:41:37.766" v="174" actId="26606"/>
          <ac:spMkLst>
            <pc:docMk/>
            <pc:sldMk cId="2043419846" sldId="271"/>
            <ac:spMk id="2" creationId="{3E7F7113-2869-1FCE-A038-643E8E9711C9}"/>
          </ac:spMkLst>
        </pc:spChg>
        <pc:spChg chg="add">
          <ac:chgData name="Anusha T" userId="a44c6c273a8be514" providerId="LiveId" clId="{8571A686-72FA-4656-9014-2345ABFCC846}" dt="2025-02-26T01:41:37.766" v="174" actId="26606"/>
          <ac:spMkLst>
            <pc:docMk/>
            <pc:sldMk cId="2043419846" sldId="271"/>
            <ac:spMk id="20" creationId="{F9ED434F-8767-46CC-B26B-5AF62FF01E66}"/>
          </ac:spMkLst>
        </pc:spChg>
        <pc:grpChg chg="add">
          <ac:chgData name="Anusha T" userId="a44c6c273a8be514" providerId="LiveId" clId="{8571A686-72FA-4656-9014-2345ABFCC846}" dt="2025-02-26T01:41:37.766" v="174" actId="26606"/>
          <ac:grpSpMkLst>
            <pc:docMk/>
            <pc:sldMk cId="2043419846" sldId="271"/>
            <ac:grpSpMk id="16" creationId="{2F448CB3-7B4F-45D7-B7C0-DF553DF61453}"/>
          </ac:grpSpMkLst>
        </pc:grpChg>
        <pc:graphicFrameChg chg="mod modGraphic">
          <ac:chgData name="Anusha T" userId="a44c6c273a8be514" providerId="LiveId" clId="{8571A686-72FA-4656-9014-2345ABFCC846}" dt="2025-02-26T01:41:37.766" v="174" actId="26606"/>
          <ac:graphicFrameMkLst>
            <pc:docMk/>
            <pc:sldMk cId="2043419846" sldId="271"/>
            <ac:graphicFrameMk id="11" creationId="{1B489B52-D04E-802C-A9F1-030CAABEAC77}"/>
          </ac:graphicFrameMkLst>
        </pc:graphicFrameChg>
      </pc:sldChg>
      <pc:sldChg chg="addSp delSp modSp mod">
        <pc:chgData name="Anusha T" userId="a44c6c273a8be514" providerId="LiveId" clId="{8571A686-72FA-4656-9014-2345ABFCC846}" dt="2025-02-26T00:53:01.376" v="116" actId="14100"/>
        <pc:sldMkLst>
          <pc:docMk/>
          <pc:sldMk cId="3465036598" sldId="272"/>
        </pc:sldMkLst>
        <pc:spChg chg="mod">
          <ac:chgData name="Anusha T" userId="a44c6c273a8be514" providerId="LiveId" clId="{8571A686-72FA-4656-9014-2345ABFCC846}" dt="2025-02-25T23:45:07.126" v="53" actId="20577"/>
          <ac:spMkLst>
            <pc:docMk/>
            <pc:sldMk cId="3465036598" sldId="272"/>
            <ac:spMk id="2" creationId="{AC894FA3-0965-64AE-AC8D-3BD9FECF6A15}"/>
          </ac:spMkLst>
        </pc:spChg>
        <pc:spChg chg="add del mod">
          <ac:chgData name="Anusha T" userId="a44c6c273a8be514" providerId="LiveId" clId="{8571A686-72FA-4656-9014-2345ABFCC846}" dt="2025-02-25T23:43:10.668" v="13" actId="34307"/>
          <ac:spMkLst>
            <pc:docMk/>
            <pc:sldMk cId="3465036598" sldId="272"/>
            <ac:spMk id="7" creationId="{B3CB0B59-23E4-D035-4B6E-58D8A92B91CC}"/>
          </ac:spMkLst>
        </pc:spChg>
        <pc:spChg chg="add">
          <ac:chgData name="Anusha T" userId="a44c6c273a8be514" providerId="LiveId" clId="{8571A686-72FA-4656-9014-2345ABFCC846}" dt="2025-02-25T23:43:12.614" v="14"/>
          <ac:spMkLst>
            <pc:docMk/>
            <pc:sldMk cId="3465036598" sldId="272"/>
            <ac:spMk id="9" creationId="{DE3EE658-38AF-1CF0-74A4-1FA176A3EB0F}"/>
          </ac:spMkLst>
        </pc:spChg>
        <pc:spChg chg="add del mod">
          <ac:chgData name="Anusha T" userId="a44c6c273a8be514" providerId="LiveId" clId="{8571A686-72FA-4656-9014-2345ABFCC846}" dt="2025-02-25T23:43:23.647" v="16"/>
          <ac:spMkLst>
            <pc:docMk/>
            <pc:sldMk cId="3465036598" sldId="272"/>
            <ac:spMk id="11" creationId="{D191CDF6-9D62-2398-9DBC-F053DAFA1B5D}"/>
          </ac:spMkLst>
        </pc:spChg>
        <pc:spChg chg="add del mod">
          <ac:chgData name="Anusha T" userId="a44c6c273a8be514" providerId="LiveId" clId="{8571A686-72FA-4656-9014-2345ABFCC846}" dt="2025-02-26T00:53:01.376" v="116" actId="14100"/>
          <ac:spMkLst>
            <pc:docMk/>
            <pc:sldMk cId="3465036598" sldId="272"/>
            <ac:spMk id="12" creationId="{786CB2B1-D712-BE7C-293B-67B1F6E1FA03}"/>
          </ac:spMkLst>
        </pc:spChg>
        <pc:graphicFrameChg chg="del">
          <ac:chgData name="Anusha T" userId="a44c6c273a8be514" providerId="LiveId" clId="{8571A686-72FA-4656-9014-2345ABFCC846}" dt="2025-02-25T23:42:55.349" v="10" actId="478"/>
          <ac:graphicFrameMkLst>
            <pc:docMk/>
            <pc:sldMk cId="3465036598" sldId="272"/>
            <ac:graphicFrameMk id="5" creationId="{A87720E9-DC9F-D237-55E9-198C0BDDE8DF}"/>
          </ac:graphicFrameMkLst>
        </pc:graphicFrameChg>
        <pc:graphicFrameChg chg="add del">
          <ac:chgData name="Anusha T" userId="a44c6c273a8be514" providerId="LiveId" clId="{8571A686-72FA-4656-9014-2345ABFCC846}" dt="2025-02-25T23:44:51.032" v="28" actId="26606"/>
          <ac:graphicFrameMkLst>
            <pc:docMk/>
            <pc:sldMk cId="3465036598" sldId="272"/>
            <ac:graphicFrameMk id="14" creationId="{72CDB465-D0B4-B075-582B-1DC1101FA66E}"/>
          </ac:graphicFrameMkLst>
        </pc:graphicFrameChg>
        <pc:picChg chg="add mod">
          <ac:chgData name="Anusha T" userId="a44c6c273a8be514" providerId="LiveId" clId="{8571A686-72FA-4656-9014-2345ABFCC846}" dt="2025-02-25T23:45:13.768" v="54" actId="1076"/>
          <ac:picMkLst>
            <pc:docMk/>
            <pc:sldMk cId="3465036598" sldId="272"/>
            <ac:picMk id="4" creationId="{3885CD4B-018E-974C-C01C-CF1000FC28C9}"/>
          </ac:picMkLst>
        </pc:picChg>
        <pc:picChg chg="add del mod ord">
          <ac:chgData name="Anusha T" userId="a44c6c273a8be514" providerId="LiveId" clId="{8571A686-72FA-4656-9014-2345ABFCC846}" dt="2025-02-25T23:43:21.707" v="15" actId="478"/>
          <ac:picMkLst>
            <pc:docMk/>
            <pc:sldMk cId="3465036598" sldId="272"/>
            <ac:picMk id="8" creationId="{A3FDED6B-7BC5-493E-9CD2-84AA5DA92169}"/>
          </ac:picMkLst>
        </pc:picChg>
      </pc:sldChg>
      <pc:sldChg chg="addSp delSp modSp new mod setBg">
        <pc:chgData name="Anusha T" userId="a44c6c273a8be514" providerId="LiveId" clId="{8571A686-72FA-4656-9014-2345ABFCC846}" dt="2025-02-26T03:03:28.067" v="262" actId="20577"/>
        <pc:sldMkLst>
          <pc:docMk/>
          <pc:sldMk cId="3712616138" sldId="274"/>
        </pc:sldMkLst>
        <pc:spChg chg="mod">
          <ac:chgData name="Anusha T" userId="a44c6c273a8be514" providerId="LiveId" clId="{8571A686-72FA-4656-9014-2345ABFCC846}" dt="2025-02-26T00:24:51.457" v="114" actId="26606"/>
          <ac:spMkLst>
            <pc:docMk/>
            <pc:sldMk cId="3712616138" sldId="274"/>
            <ac:spMk id="2" creationId="{41144220-4B2C-80CF-8315-42E9DE8EF949}"/>
          </ac:spMkLst>
        </pc:spChg>
        <pc:spChg chg="del">
          <ac:chgData name="Anusha T" userId="a44c6c273a8be514" providerId="LiveId" clId="{8571A686-72FA-4656-9014-2345ABFCC846}" dt="2025-02-26T00:20:37.939" v="66"/>
          <ac:spMkLst>
            <pc:docMk/>
            <pc:sldMk cId="3712616138" sldId="274"/>
            <ac:spMk id="3" creationId="{9B4C06CA-8ADE-1FF4-938B-3B0E6698214D}"/>
          </ac:spMkLst>
        </pc:spChg>
        <pc:spChg chg="add mod">
          <ac:chgData name="Anusha T" userId="a44c6c273a8be514" providerId="LiveId" clId="{8571A686-72FA-4656-9014-2345ABFCC846}" dt="2025-02-26T03:03:28.067" v="262" actId="20577"/>
          <ac:spMkLst>
            <pc:docMk/>
            <pc:sldMk cId="3712616138" sldId="274"/>
            <ac:spMk id="4" creationId="{879F13B5-EFF3-BB94-58FB-5CBB06DDD572}"/>
          </ac:spMkLst>
        </pc:spChg>
        <pc:picChg chg="add mod">
          <ac:chgData name="Anusha T" userId="a44c6c273a8be514" providerId="LiveId" clId="{8571A686-72FA-4656-9014-2345ABFCC846}" dt="2025-02-26T00:24:51.457" v="114" actId="26606"/>
          <ac:picMkLst>
            <pc:docMk/>
            <pc:sldMk cId="3712616138" sldId="274"/>
            <ac:picMk id="2051" creationId="{9FCCAF5E-9C79-88DF-68A9-B4E0F0739934}"/>
          </ac:picMkLst>
        </pc:picChg>
      </pc:sldChg>
      <pc:sldChg chg="addSp delSp modSp new mod setBg">
        <pc:chgData name="Anusha T" userId="a44c6c273a8be514" providerId="LiveId" clId="{8571A686-72FA-4656-9014-2345ABFCC846}" dt="2025-02-26T03:04:03.338" v="273" actId="20577"/>
        <pc:sldMkLst>
          <pc:docMk/>
          <pc:sldMk cId="615240320" sldId="275"/>
        </pc:sldMkLst>
        <pc:spChg chg="mod">
          <ac:chgData name="Anusha T" userId="a44c6c273a8be514" providerId="LiveId" clId="{8571A686-72FA-4656-9014-2345ABFCC846}" dt="2025-02-26T01:50:15.806" v="246" actId="26606"/>
          <ac:spMkLst>
            <pc:docMk/>
            <pc:sldMk cId="615240320" sldId="275"/>
            <ac:spMk id="2" creationId="{C6CD2F2B-BC0B-CF8E-1551-F95A9D1867C8}"/>
          </ac:spMkLst>
        </pc:spChg>
        <pc:spChg chg="add del">
          <ac:chgData name="Anusha T" userId="a44c6c273a8be514" providerId="LiveId" clId="{8571A686-72FA-4656-9014-2345ABFCC846}" dt="2025-02-26T01:49:03.122" v="181"/>
          <ac:spMkLst>
            <pc:docMk/>
            <pc:sldMk cId="615240320" sldId="275"/>
            <ac:spMk id="3" creationId="{9F0B66EC-EF0D-A20C-544D-0202F393F942}"/>
          </ac:spMkLst>
        </pc:spChg>
        <pc:spChg chg="add mod ord">
          <ac:chgData name="Anusha T" userId="a44c6c273a8be514" providerId="LiveId" clId="{8571A686-72FA-4656-9014-2345ABFCC846}" dt="2025-02-26T03:04:03.338" v="273" actId="20577"/>
          <ac:spMkLst>
            <pc:docMk/>
            <pc:sldMk cId="615240320" sldId="275"/>
            <ac:spMk id="8" creationId="{8C3815EF-987F-046A-9764-D504210CEC3B}"/>
          </ac:spMkLst>
        </pc:spChg>
        <pc:picChg chg="add del mod ord">
          <ac:chgData name="Anusha T" userId="a44c6c273a8be514" providerId="LiveId" clId="{8571A686-72FA-4656-9014-2345ABFCC846}" dt="2025-02-26T01:48:20.029" v="177" actId="22"/>
          <ac:picMkLst>
            <pc:docMk/>
            <pc:sldMk cId="615240320" sldId="275"/>
            <ac:picMk id="5" creationId="{96329519-2E0E-05F3-446B-0E8E59F49B0C}"/>
          </ac:picMkLst>
        </pc:picChg>
        <pc:picChg chg="add mod ord">
          <ac:chgData name="Anusha T" userId="a44c6c273a8be514" providerId="LiveId" clId="{8571A686-72FA-4656-9014-2345ABFCC846}" dt="2025-02-26T01:50:26.105" v="248" actId="26606"/>
          <ac:picMkLst>
            <pc:docMk/>
            <pc:sldMk cId="615240320" sldId="275"/>
            <ac:picMk id="7" creationId="{64429AC3-980C-DDDD-CD30-63AD3F5855CB}"/>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864664-00E2-4906-AAA5-9A05D66F0CFF}"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14D62999-445B-4D71-AE02-AFBFE286EF5E}">
      <dgm:prSet/>
      <dgm:spPr/>
      <dgm:t>
        <a:bodyPr/>
        <a:lstStyle/>
        <a:p>
          <a:r>
            <a:rPr lang="en-US" b="0" i="0"/>
            <a:t>- Weather conditions impact human health in various ways.</a:t>
          </a:r>
          <a:endParaRPr lang="en-US"/>
        </a:p>
      </dgm:t>
    </dgm:pt>
    <dgm:pt modelId="{5C141E50-5922-41D1-81EC-BDD688CD59D8}" type="parTrans" cxnId="{495EB2F1-817A-4FBA-B241-EC5674ADA2B6}">
      <dgm:prSet/>
      <dgm:spPr/>
      <dgm:t>
        <a:bodyPr/>
        <a:lstStyle/>
        <a:p>
          <a:endParaRPr lang="en-US"/>
        </a:p>
      </dgm:t>
    </dgm:pt>
    <dgm:pt modelId="{5CB36BB3-E943-4307-9F26-91550C2A3C79}" type="sibTrans" cxnId="{495EB2F1-817A-4FBA-B241-EC5674ADA2B6}">
      <dgm:prSet/>
      <dgm:spPr/>
      <dgm:t>
        <a:bodyPr/>
        <a:lstStyle/>
        <a:p>
          <a:endParaRPr lang="en-US"/>
        </a:p>
      </dgm:t>
    </dgm:pt>
    <dgm:pt modelId="{5C94C1AA-FC51-4EF3-82FB-BF622C664BCE}">
      <dgm:prSet/>
      <dgm:spPr/>
      <dgm:t>
        <a:bodyPr/>
        <a:lstStyle/>
        <a:p>
          <a:r>
            <a:rPr lang="en-US" b="0" i="0"/>
            <a:t>- This analysis explores the influence of weather factors such as temperature, humidity, and wind speed on key health parameters.</a:t>
          </a:r>
          <a:endParaRPr lang="en-US"/>
        </a:p>
      </dgm:t>
    </dgm:pt>
    <dgm:pt modelId="{295CE2DD-E4F7-4639-9669-96E219FED329}" type="parTrans" cxnId="{7E350CA8-1C74-4DA3-BD73-512054D8D58A}">
      <dgm:prSet/>
      <dgm:spPr/>
      <dgm:t>
        <a:bodyPr/>
        <a:lstStyle/>
        <a:p>
          <a:endParaRPr lang="en-US"/>
        </a:p>
      </dgm:t>
    </dgm:pt>
    <dgm:pt modelId="{26D26F1C-48FF-4483-875A-7106DD4C7370}" type="sibTrans" cxnId="{7E350CA8-1C74-4DA3-BD73-512054D8D58A}">
      <dgm:prSet/>
      <dgm:spPr/>
      <dgm:t>
        <a:bodyPr/>
        <a:lstStyle/>
        <a:p>
          <a:endParaRPr lang="en-US"/>
        </a:p>
      </dgm:t>
    </dgm:pt>
    <dgm:pt modelId="{D027E39B-47E9-455C-B902-547E068FA223}">
      <dgm:prSet/>
      <dgm:spPr/>
      <dgm:t>
        <a:bodyPr/>
        <a:lstStyle/>
        <a:p>
          <a:r>
            <a:rPr lang="en-US" b="0" i="0"/>
            <a:t>- The study focuses on heart rate, body temperature, and blood pressure, with data categorized by age, gender, and blood type.</a:t>
          </a:r>
          <a:endParaRPr lang="en-US"/>
        </a:p>
      </dgm:t>
    </dgm:pt>
    <dgm:pt modelId="{599E7F93-D769-444B-BA93-0EA8820B32E7}" type="parTrans" cxnId="{172EF9AD-218F-4CF6-82CC-007798709B23}">
      <dgm:prSet/>
      <dgm:spPr/>
      <dgm:t>
        <a:bodyPr/>
        <a:lstStyle/>
        <a:p>
          <a:endParaRPr lang="en-US"/>
        </a:p>
      </dgm:t>
    </dgm:pt>
    <dgm:pt modelId="{90287245-8B59-40CD-AD5E-D17DE4AC1C91}" type="sibTrans" cxnId="{172EF9AD-218F-4CF6-82CC-007798709B23}">
      <dgm:prSet/>
      <dgm:spPr/>
      <dgm:t>
        <a:bodyPr/>
        <a:lstStyle/>
        <a:p>
          <a:endParaRPr lang="en-US"/>
        </a:p>
      </dgm:t>
    </dgm:pt>
    <dgm:pt modelId="{32AABCA2-CF4A-4434-851A-37EB0A9C617D}" type="pres">
      <dgm:prSet presAssocID="{5B864664-00E2-4906-AAA5-9A05D66F0CFF}" presName="hierChild1" presStyleCnt="0">
        <dgm:presLayoutVars>
          <dgm:chPref val="1"/>
          <dgm:dir/>
          <dgm:animOne val="branch"/>
          <dgm:animLvl val="lvl"/>
          <dgm:resizeHandles/>
        </dgm:presLayoutVars>
      </dgm:prSet>
      <dgm:spPr/>
    </dgm:pt>
    <dgm:pt modelId="{282CB050-D76B-4B7F-AF63-8487AFCA1790}" type="pres">
      <dgm:prSet presAssocID="{14D62999-445B-4D71-AE02-AFBFE286EF5E}" presName="hierRoot1" presStyleCnt="0"/>
      <dgm:spPr/>
    </dgm:pt>
    <dgm:pt modelId="{91797F8E-18C0-4F13-9AC6-87FC9D7D033E}" type="pres">
      <dgm:prSet presAssocID="{14D62999-445B-4D71-AE02-AFBFE286EF5E}" presName="composite" presStyleCnt="0"/>
      <dgm:spPr/>
    </dgm:pt>
    <dgm:pt modelId="{E945259B-C135-4353-BBC5-E258823D0FAC}" type="pres">
      <dgm:prSet presAssocID="{14D62999-445B-4D71-AE02-AFBFE286EF5E}" presName="background" presStyleLbl="node0" presStyleIdx="0" presStyleCnt="3"/>
      <dgm:spPr/>
    </dgm:pt>
    <dgm:pt modelId="{3D31C794-973C-43FB-A35C-F3E63DCD0FF4}" type="pres">
      <dgm:prSet presAssocID="{14D62999-445B-4D71-AE02-AFBFE286EF5E}" presName="text" presStyleLbl="fgAcc0" presStyleIdx="0" presStyleCnt="3">
        <dgm:presLayoutVars>
          <dgm:chPref val="3"/>
        </dgm:presLayoutVars>
      </dgm:prSet>
      <dgm:spPr/>
    </dgm:pt>
    <dgm:pt modelId="{C2A27CD6-6EF2-4969-8600-0E1EE57F1552}" type="pres">
      <dgm:prSet presAssocID="{14D62999-445B-4D71-AE02-AFBFE286EF5E}" presName="hierChild2" presStyleCnt="0"/>
      <dgm:spPr/>
    </dgm:pt>
    <dgm:pt modelId="{E0E7331C-49B5-4087-8DE9-DBCD09609CA8}" type="pres">
      <dgm:prSet presAssocID="{5C94C1AA-FC51-4EF3-82FB-BF622C664BCE}" presName="hierRoot1" presStyleCnt="0"/>
      <dgm:spPr/>
    </dgm:pt>
    <dgm:pt modelId="{D92C178B-A56C-4880-8DF2-24D174D5BFD9}" type="pres">
      <dgm:prSet presAssocID="{5C94C1AA-FC51-4EF3-82FB-BF622C664BCE}" presName="composite" presStyleCnt="0"/>
      <dgm:spPr/>
    </dgm:pt>
    <dgm:pt modelId="{4BDE38DB-53FB-41EF-9035-58434E0E30CB}" type="pres">
      <dgm:prSet presAssocID="{5C94C1AA-FC51-4EF3-82FB-BF622C664BCE}" presName="background" presStyleLbl="node0" presStyleIdx="1" presStyleCnt="3"/>
      <dgm:spPr/>
    </dgm:pt>
    <dgm:pt modelId="{C804E0AA-4B50-46E4-9365-8F79CEAD4C87}" type="pres">
      <dgm:prSet presAssocID="{5C94C1AA-FC51-4EF3-82FB-BF622C664BCE}" presName="text" presStyleLbl="fgAcc0" presStyleIdx="1" presStyleCnt="3">
        <dgm:presLayoutVars>
          <dgm:chPref val="3"/>
        </dgm:presLayoutVars>
      </dgm:prSet>
      <dgm:spPr/>
    </dgm:pt>
    <dgm:pt modelId="{2C790DAC-A642-41FF-B78C-51614C9BF740}" type="pres">
      <dgm:prSet presAssocID="{5C94C1AA-FC51-4EF3-82FB-BF622C664BCE}" presName="hierChild2" presStyleCnt="0"/>
      <dgm:spPr/>
    </dgm:pt>
    <dgm:pt modelId="{3B110FF7-E41B-4E57-8440-6157B858746B}" type="pres">
      <dgm:prSet presAssocID="{D027E39B-47E9-455C-B902-547E068FA223}" presName="hierRoot1" presStyleCnt="0"/>
      <dgm:spPr/>
    </dgm:pt>
    <dgm:pt modelId="{4A003257-5B22-409A-9B59-A41F0F4E26EC}" type="pres">
      <dgm:prSet presAssocID="{D027E39B-47E9-455C-B902-547E068FA223}" presName="composite" presStyleCnt="0"/>
      <dgm:spPr/>
    </dgm:pt>
    <dgm:pt modelId="{E92B06DA-C52D-4D55-B9D6-4B01E6EEC2CE}" type="pres">
      <dgm:prSet presAssocID="{D027E39B-47E9-455C-B902-547E068FA223}" presName="background" presStyleLbl="node0" presStyleIdx="2" presStyleCnt="3"/>
      <dgm:spPr/>
    </dgm:pt>
    <dgm:pt modelId="{B3091C9F-BCD9-479C-8820-498C24070AF5}" type="pres">
      <dgm:prSet presAssocID="{D027E39B-47E9-455C-B902-547E068FA223}" presName="text" presStyleLbl="fgAcc0" presStyleIdx="2" presStyleCnt="3">
        <dgm:presLayoutVars>
          <dgm:chPref val="3"/>
        </dgm:presLayoutVars>
      </dgm:prSet>
      <dgm:spPr/>
    </dgm:pt>
    <dgm:pt modelId="{679B726B-F69F-40E8-A313-81A784C77462}" type="pres">
      <dgm:prSet presAssocID="{D027E39B-47E9-455C-B902-547E068FA223}" presName="hierChild2" presStyleCnt="0"/>
      <dgm:spPr/>
    </dgm:pt>
  </dgm:ptLst>
  <dgm:cxnLst>
    <dgm:cxn modelId="{69A18D1B-970D-491D-816B-F82ECDBD5E35}" type="presOf" srcId="{14D62999-445B-4D71-AE02-AFBFE286EF5E}" destId="{3D31C794-973C-43FB-A35C-F3E63DCD0FF4}" srcOrd="0" destOrd="0" presId="urn:microsoft.com/office/officeart/2005/8/layout/hierarchy1"/>
    <dgm:cxn modelId="{8CC15A48-99B7-4AEC-9A95-FC2DB6D32878}" type="presOf" srcId="{5C94C1AA-FC51-4EF3-82FB-BF622C664BCE}" destId="{C804E0AA-4B50-46E4-9365-8F79CEAD4C87}" srcOrd="0" destOrd="0" presId="urn:microsoft.com/office/officeart/2005/8/layout/hierarchy1"/>
    <dgm:cxn modelId="{4DB96975-D919-4173-90C8-0B7AB7B8077E}" type="presOf" srcId="{D027E39B-47E9-455C-B902-547E068FA223}" destId="{B3091C9F-BCD9-479C-8820-498C24070AF5}" srcOrd="0" destOrd="0" presId="urn:microsoft.com/office/officeart/2005/8/layout/hierarchy1"/>
    <dgm:cxn modelId="{495F01A2-03D2-45DE-8A64-BD5BDF0F996C}" type="presOf" srcId="{5B864664-00E2-4906-AAA5-9A05D66F0CFF}" destId="{32AABCA2-CF4A-4434-851A-37EB0A9C617D}" srcOrd="0" destOrd="0" presId="urn:microsoft.com/office/officeart/2005/8/layout/hierarchy1"/>
    <dgm:cxn modelId="{7E350CA8-1C74-4DA3-BD73-512054D8D58A}" srcId="{5B864664-00E2-4906-AAA5-9A05D66F0CFF}" destId="{5C94C1AA-FC51-4EF3-82FB-BF622C664BCE}" srcOrd="1" destOrd="0" parTransId="{295CE2DD-E4F7-4639-9669-96E219FED329}" sibTransId="{26D26F1C-48FF-4483-875A-7106DD4C7370}"/>
    <dgm:cxn modelId="{172EF9AD-218F-4CF6-82CC-007798709B23}" srcId="{5B864664-00E2-4906-AAA5-9A05D66F0CFF}" destId="{D027E39B-47E9-455C-B902-547E068FA223}" srcOrd="2" destOrd="0" parTransId="{599E7F93-D769-444B-BA93-0EA8820B32E7}" sibTransId="{90287245-8B59-40CD-AD5E-D17DE4AC1C91}"/>
    <dgm:cxn modelId="{495EB2F1-817A-4FBA-B241-EC5674ADA2B6}" srcId="{5B864664-00E2-4906-AAA5-9A05D66F0CFF}" destId="{14D62999-445B-4D71-AE02-AFBFE286EF5E}" srcOrd="0" destOrd="0" parTransId="{5C141E50-5922-41D1-81EC-BDD688CD59D8}" sibTransId="{5CB36BB3-E943-4307-9F26-91550C2A3C79}"/>
    <dgm:cxn modelId="{13D3F36E-30BD-4390-802D-AFC5B5D7B1D0}" type="presParOf" srcId="{32AABCA2-CF4A-4434-851A-37EB0A9C617D}" destId="{282CB050-D76B-4B7F-AF63-8487AFCA1790}" srcOrd="0" destOrd="0" presId="urn:microsoft.com/office/officeart/2005/8/layout/hierarchy1"/>
    <dgm:cxn modelId="{6FBC75A3-E46A-4221-9EC2-3C952068D539}" type="presParOf" srcId="{282CB050-D76B-4B7F-AF63-8487AFCA1790}" destId="{91797F8E-18C0-4F13-9AC6-87FC9D7D033E}" srcOrd="0" destOrd="0" presId="urn:microsoft.com/office/officeart/2005/8/layout/hierarchy1"/>
    <dgm:cxn modelId="{DC8AC615-5A1B-482D-A6EE-0CC6B6ABD125}" type="presParOf" srcId="{91797F8E-18C0-4F13-9AC6-87FC9D7D033E}" destId="{E945259B-C135-4353-BBC5-E258823D0FAC}" srcOrd="0" destOrd="0" presId="urn:microsoft.com/office/officeart/2005/8/layout/hierarchy1"/>
    <dgm:cxn modelId="{C9BD2176-59F0-4744-A8FF-029392D8DE4A}" type="presParOf" srcId="{91797F8E-18C0-4F13-9AC6-87FC9D7D033E}" destId="{3D31C794-973C-43FB-A35C-F3E63DCD0FF4}" srcOrd="1" destOrd="0" presId="urn:microsoft.com/office/officeart/2005/8/layout/hierarchy1"/>
    <dgm:cxn modelId="{1087B7B0-B036-4E53-BE6F-E706533EA260}" type="presParOf" srcId="{282CB050-D76B-4B7F-AF63-8487AFCA1790}" destId="{C2A27CD6-6EF2-4969-8600-0E1EE57F1552}" srcOrd="1" destOrd="0" presId="urn:microsoft.com/office/officeart/2005/8/layout/hierarchy1"/>
    <dgm:cxn modelId="{7BBFDFE1-6CC3-4E25-AEE3-A261D52042CD}" type="presParOf" srcId="{32AABCA2-CF4A-4434-851A-37EB0A9C617D}" destId="{E0E7331C-49B5-4087-8DE9-DBCD09609CA8}" srcOrd="1" destOrd="0" presId="urn:microsoft.com/office/officeart/2005/8/layout/hierarchy1"/>
    <dgm:cxn modelId="{02292D32-5FD8-40F1-B8F2-8714E32EC347}" type="presParOf" srcId="{E0E7331C-49B5-4087-8DE9-DBCD09609CA8}" destId="{D92C178B-A56C-4880-8DF2-24D174D5BFD9}" srcOrd="0" destOrd="0" presId="urn:microsoft.com/office/officeart/2005/8/layout/hierarchy1"/>
    <dgm:cxn modelId="{963E9C81-FC0F-4FAE-B741-AEC36D4AE202}" type="presParOf" srcId="{D92C178B-A56C-4880-8DF2-24D174D5BFD9}" destId="{4BDE38DB-53FB-41EF-9035-58434E0E30CB}" srcOrd="0" destOrd="0" presId="urn:microsoft.com/office/officeart/2005/8/layout/hierarchy1"/>
    <dgm:cxn modelId="{4DB64FAC-5B9E-4248-B985-60F0E0BBEE29}" type="presParOf" srcId="{D92C178B-A56C-4880-8DF2-24D174D5BFD9}" destId="{C804E0AA-4B50-46E4-9365-8F79CEAD4C87}" srcOrd="1" destOrd="0" presId="urn:microsoft.com/office/officeart/2005/8/layout/hierarchy1"/>
    <dgm:cxn modelId="{BCD12EEF-9C56-462D-8D36-EBFB8DA5B8A1}" type="presParOf" srcId="{E0E7331C-49B5-4087-8DE9-DBCD09609CA8}" destId="{2C790DAC-A642-41FF-B78C-51614C9BF740}" srcOrd="1" destOrd="0" presId="urn:microsoft.com/office/officeart/2005/8/layout/hierarchy1"/>
    <dgm:cxn modelId="{ECC6C253-D893-4BE9-8769-36152E4B4979}" type="presParOf" srcId="{32AABCA2-CF4A-4434-851A-37EB0A9C617D}" destId="{3B110FF7-E41B-4E57-8440-6157B858746B}" srcOrd="2" destOrd="0" presId="urn:microsoft.com/office/officeart/2005/8/layout/hierarchy1"/>
    <dgm:cxn modelId="{1390AB99-24A5-4504-B5D1-25E6ADDE36FD}" type="presParOf" srcId="{3B110FF7-E41B-4E57-8440-6157B858746B}" destId="{4A003257-5B22-409A-9B59-A41F0F4E26EC}" srcOrd="0" destOrd="0" presId="urn:microsoft.com/office/officeart/2005/8/layout/hierarchy1"/>
    <dgm:cxn modelId="{FEE699D9-2359-4556-87E9-2E065D8D6591}" type="presParOf" srcId="{4A003257-5B22-409A-9B59-A41F0F4E26EC}" destId="{E92B06DA-C52D-4D55-B9D6-4B01E6EEC2CE}" srcOrd="0" destOrd="0" presId="urn:microsoft.com/office/officeart/2005/8/layout/hierarchy1"/>
    <dgm:cxn modelId="{5D7BDDB9-0C97-4155-9A78-8C347E89F2AD}" type="presParOf" srcId="{4A003257-5B22-409A-9B59-A41F0F4E26EC}" destId="{B3091C9F-BCD9-479C-8820-498C24070AF5}" srcOrd="1" destOrd="0" presId="urn:microsoft.com/office/officeart/2005/8/layout/hierarchy1"/>
    <dgm:cxn modelId="{D670EA39-0202-4E4E-BF1F-EC503591B961}" type="presParOf" srcId="{3B110FF7-E41B-4E57-8440-6157B858746B}" destId="{679B726B-F69F-40E8-A313-81A784C7746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098863-A816-4F90-8D1A-458EF3DD5017}"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3B98D2A-A7E5-41A1-A978-633D830F6B91}">
      <dgm:prSet/>
      <dgm:spPr/>
      <dgm:t>
        <a:bodyPr/>
        <a:lstStyle/>
        <a:p>
          <a:r>
            <a:rPr lang="en-US" b="1"/>
            <a:t>Data Collection</a:t>
          </a:r>
          <a:r>
            <a:rPr lang="en-US"/>
            <a:t>: Patient health data and weather data are recorded based on </a:t>
          </a:r>
          <a:r>
            <a:rPr lang="en-US" b="1"/>
            <a:t>timestamp alignment</a:t>
          </a:r>
          <a:r>
            <a:rPr lang="en-US"/>
            <a:t>.</a:t>
          </a:r>
        </a:p>
      </dgm:t>
    </dgm:pt>
    <dgm:pt modelId="{DA64AA80-F720-4134-92DA-D68F082E50FF}" type="parTrans" cxnId="{EAA3E04D-62F6-48D5-B3A5-DB3A2917468E}">
      <dgm:prSet/>
      <dgm:spPr/>
      <dgm:t>
        <a:bodyPr/>
        <a:lstStyle/>
        <a:p>
          <a:endParaRPr lang="en-US"/>
        </a:p>
      </dgm:t>
    </dgm:pt>
    <dgm:pt modelId="{5DE5717A-7F87-4920-8198-DE8BA99FFD50}" type="sibTrans" cxnId="{EAA3E04D-62F6-48D5-B3A5-DB3A2917468E}">
      <dgm:prSet/>
      <dgm:spPr/>
      <dgm:t>
        <a:bodyPr/>
        <a:lstStyle/>
        <a:p>
          <a:endParaRPr lang="en-US"/>
        </a:p>
      </dgm:t>
    </dgm:pt>
    <dgm:pt modelId="{B58389F1-E9F2-41E9-BC93-E7611D42FFDE}">
      <dgm:prSet/>
      <dgm:spPr/>
      <dgm:t>
        <a:bodyPr/>
        <a:lstStyle/>
        <a:p>
          <a:r>
            <a:rPr lang="en-US" b="1"/>
            <a:t>Data Cleaning</a:t>
          </a:r>
          <a:r>
            <a:rPr lang="en-US"/>
            <a:t>: Handling missing values, standardizing units (e.g., Celsius, BPM, kPa).</a:t>
          </a:r>
        </a:p>
      </dgm:t>
    </dgm:pt>
    <dgm:pt modelId="{9F8761BA-3FC4-40B8-9357-83F68B4C0B01}" type="parTrans" cxnId="{D5E0B93C-3152-418B-AB87-9D0AB159E8C5}">
      <dgm:prSet/>
      <dgm:spPr/>
      <dgm:t>
        <a:bodyPr/>
        <a:lstStyle/>
        <a:p>
          <a:endParaRPr lang="en-US"/>
        </a:p>
      </dgm:t>
    </dgm:pt>
    <dgm:pt modelId="{D01638FE-E3D9-469B-9CA1-494D02660AA6}" type="sibTrans" cxnId="{D5E0B93C-3152-418B-AB87-9D0AB159E8C5}">
      <dgm:prSet/>
      <dgm:spPr/>
      <dgm:t>
        <a:bodyPr/>
        <a:lstStyle/>
        <a:p>
          <a:endParaRPr lang="en-US"/>
        </a:p>
      </dgm:t>
    </dgm:pt>
    <dgm:pt modelId="{E2A0645E-E37F-4116-AA1B-6CA299601C16}">
      <dgm:prSet/>
      <dgm:spPr/>
      <dgm:t>
        <a:bodyPr/>
        <a:lstStyle/>
        <a:p>
          <a:r>
            <a:rPr lang="en-US" b="1"/>
            <a:t>Data Integration</a:t>
          </a:r>
          <a:r>
            <a:rPr lang="en-US"/>
            <a:t>: Merging patient data with weather data using the </a:t>
          </a:r>
          <a:r>
            <a:rPr lang="en-US" b="1"/>
            <a:t>Datetime</a:t>
          </a:r>
          <a:r>
            <a:rPr lang="en-US"/>
            <a:t> key.</a:t>
          </a:r>
        </a:p>
      </dgm:t>
    </dgm:pt>
    <dgm:pt modelId="{26BFEA92-F650-4A59-8F51-4A437A039958}" type="parTrans" cxnId="{66523A5A-3B68-4B93-AEBE-72EA4C9F5E01}">
      <dgm:prSet/>
      <dgm:spPr/>
      <dgm:t>
        <a:bodyPr/>
        <a:lstStyle/>
        <a:p>
          <a:endParaRPr lang="en-US"/>
        </a:p>
      </dgm:t>
    </dgm:pt>
    <dgm:pt modelId="{6219CD38-1F59-4FDD-970A-CCEF092FC772}" type="sibTrans" cxnId="{66523A5A-3B68-4B93-AEBE-72EA4C9F5E01}">
      <dgm:prSet/>
      <dgm:spPr/>
      <dgm:t>
        <a:bodyPr/>
        <a:lstStyle/>
        <a:p>
          <a:endParaRPr lang="en-US"/>
        </a:p>
      </dgm:t>
    </dgm:pt>
    <dgm:pt modelId="{CF3EEAA7-6503-44DF-95D9-DFE6038875DD}">
      <dgm:prSet/>
      <dgm:spPr/>
      <dgm:t>
        <a:bodyPr/>
        <a:lstStyle/>
        <a:p>
          <a:r>
            <a:rPr lang="en-US" b="1"/>
            <a:t>Analysis &amp; Visualization</a:t>
          </a:r>
          <a:r>
            <a:rPr lang="en-US"/>
            <a:t>: Generating reports on </a:t>
          </a:r>
          <a:r>
            <a:rPr lang="en-US" b="1"/>
            <a:t>heart rate trends, body temperature variations, and correlations with weather conditions</a:t>
          </a:r>
          <a:r>
            <a:rPr lang="en-US"/>
            <a:t>.</a:t>
          </a:r>
        </a:p>
      </dgm:t>
    </dgm:pt>
    <dgm:pt modelId="{E304E00A-5A30-4C4E-8092-7645911417B1}" type="parTrans" cxnId="{596842D6-5AF3-40FC-BA37-D1122514F50F}">
      <dgm:prSet/>
      <dgm:spPr/>
      <dgm:t>
        <a:bodyPr/>
        <a:lstStyle/>
        <a:p>
          <a:endParaRPr lang="en-US"/>
        </a:p>
      </dgm:t>
    </dgm:pt>
    <dgm:pt modelId="{08552CC7-D4A8-4D10-83AB-8F32ACE5AF8B}" type="sibTrans" cxnId="{596842D6-5AF3-40FC-BA37-D1122514F50F}">
      <dgm:prSet/>
      <dgm:spPr/>
      <dgm:t>
        <a:bodyPr/>
        <a:lstStyle/>
        <a:p>
          <a:endParaRPr lang="en-US"/>
        </a:p>
      </dgm:t>
    </dgm:pt>
    <dgm:pt modelId="{8027D00A-6712-4DC7-9A28-B67DCBAC0C7D}" type="pres">
      <dgm:prSet presAssocID="{60098863-A816-4F90-8D1A-458EF3DD5017}" presName="root" presStyleCnt="0">
        <dgm:presLayoutVars>
          <dgm:dir/>
          <dgm:resizeHandles val="exact"/>
        </dgm:presLayoutVars>
      </dgm:prSet>
      <dgm:spPr/>
    </dgm:pt>
    <dgm:pt modelId="{AA81CF2B-CE0C-49C2-886D-C86E62B9D8A0}" type="pres">
      <dgm:prSet presAssocID="{60098863-A816-4F90-8D1A-458EF3DD5017}" presName="container" presStyleCnt="0">
        <dgm:presLayoutVars>
          <dgm:dir/>
          <dgm:resizeHandles val="exact"/>
        </dgm:presLayoutVars>
      </dgm:prSet>
      <dgm:spPr/>
    </dgm:pt>
    <dgm:pt modelId="{8B41C2AE-3028-4901-BD8E-19D7A642CD95}" type="pres">
      <dgm:prSet presAssocID="{03B98D2A-A7E5-41A1-A978-633D830F6B91}" presName="compNode" presStyleCnt="0"/>
      <dgm:spPr/>
    </dgm:pt>
    <dgm:pt modelId="{EFE7070C-D324-493C-9F68-F9C5A20492B7}" type="pres">
      <dgm:prSet presAssocID="{03B98D2A-A7E5-41A1-A978-633D830F6B91}" presName="iconBgRect" presStyleLbl="bgShp" presStyleIdx="0" presStyleCnt="4"/>
      <dgm:spPr/>
    </dgm:pt>
    <dgm:pt modelId="{B41A3A1A-C8E5-4895-8F91-F53700B973B3}" type="pres">
      <dgm:prSet presAssocID="{03B98D2A-A7E5-41A1-A978-633D830F6B9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075311A9-EC13-4E87-9E7E-C00DFAA429EC}" type="pres">
      <dgm:prSet presAssocID="{03B98D2A-A7E5-41A1-A978-633D830F6B91}" presName="spaceRect" presStyleCnt="0"/>
      <dgm:spPr/>
    </dgm:pt>
    <dgm:pt modelId="{B9166B1A-01EA-4232-A69B-0D2C49B2D363}" type="pres">
      <dgm:prSet presAssocID="{03B98D2A-A7E5-41A1-A978-633D830F6B91}" presName="textRect" presStyleLbl="revTx" presStyleIdx="0" presStyleCnt="4">
        <dgm:presLayoutVars>
          <dgm:chMax val="1"/>
          <dgm:chPref val="1"/>
        </dgm:presLayoutVars>
      </dgm:prSet>
      <dgm:spPr/>
    </dgm:pt>
    <dgm:pt modelId="{72F3FAEA-E715-41C7-8EE1-22ADE32D2268}" type="pres">
      <dgm:prSet presAssocID="{5DE5717A-7F87-4920-8198-DE8BA99FFD50}" presName="sibTrans" presStyleLbl="sibTrans2D1" presStyleIdx="0" presStyleCnt="0"/>
      <dgm:spPr/>
    </dgm:pt>
    <dgm:pt modelId="{36B6307D-7742-42D4-8DF4-78D9E6AB7B92}" type="pres">
      <dgm:prSet presAssocID="{B58389F1-E9F2-41E9-BC93-E7611D42FFDE}" presName="compNode" presStyleCnt="0"/>
      <dgm:spPr/>
    </dgm:pt>
    <dgm:pt modelId="{A8F3DA88-F92A-4AA2-A810-9B005F051304}" type="pres">
      <dgm:prSet presAssocID="{B58389F1-E9F2-41E9-BC93-E7611D42FFDE}" presName="iconBgRect" presStyleLbl="bgShp" presStyleIdx="1" presStyleCnt="4"/>
      <dgm:spPr/>
    </dgm:pt>
    <dgm:pt modelId="{17DE4705-5CB5-42CD-9432-2FE889D316C4}" type="pres">
      <dgm:prSet presAssocID="{B58389F1-E9F2-41E9-BC93-E7611D42FFD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10B5974E-151D-43F1-86E7-DD067C134583}" type="pres">
      <dgm:prSet presAssocID="{B58389F1-E9F2-41E9-BC93-E7611D42FFDE}" presName="spaceRect" presStyleCnt="0"/>
      <dgm:spPr/>
    </dgm:pt>
    <dgm:pt modelId="{EFE9BDBB-E24C-4DCA-B9AC-C44E9DA652BB}" type="pres">
      <dgm:prSet presAssocID="{B58389F1-E9F2-41E9-BC93-E7611D42FFDE}" presName="textRect" presStyleLbl="revTx" presStyleIdx="1" presStyleCnt="4">
        <dgm:presLayoutVars>
          <dgm:chMax val="1"/>
          <dgm:chPref val="1"/>
        </dgm:presLayoutVars>
      </dgm:prSet>
      <dgm:spPr/>
    </dgm:pt>
    <dgm:pt modelId="{FBD578C7-EA5B-4D26-AAA8-7F3648F8875F}" type="pres">
      <dgm:prSet presAssocID="{D01638FE-E3D9-469B-9CA1-494D02660AA6}" presName="sibTrans" presStyleLbl="sibTrans2D1" presStyleIdx="0" presStyleCnt="0"/>
      <dgm:spPr/>
    </dgm:pt>
    <dgm:pt modelId="{FD4AB248-8F82-4384-AD25-C23B62EB2647}" type="pres">
      <dgm:prSet presAssocID="{E2A0645E-E37F-4116-AA1B-6CA299601C16}" presName="compNode" presStyleCnt="0"/>
      <dgm:spPr/>
    </dgm:pt>
    <dgm:pt modelId="{5420735A-78C5-4CB2-9A6C-0417FCB9815A}" type="pres">
      <dgm:prSet presAssocID="{E2A0645E-E37F-4116-AA1B-6CA299601C16}" presName="iconBgRect" presStyleLbl="bgShp" presStyleIdx="2" presStyleCnt="4"/>
      <dgm:spPr/>
    </dgm:pt>
    <dgm:pt modelId="{D15E744A-30CE-4906-AF55-A003E680827A}" type="pres">
      <dgm:prSet presAssocID="{E2A0645E-E37F-4116-AA1B-6CA299601C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DEE96E80-6EB0-4058-821B-4ADA8EB0893A}" type="pres">
      <dgm:prSet presAssocID="{E2A0645E-E37F-4116-AA1B-6CA299601C16}" presName="spaceRect" presStyleCnt="0"/>
      <dgm:spPr/>
    </dgm:pt>
    <dgm:pt modelId="{776B7188-5645-4F19-81A3-85F5F2AC6C7D}" type="pres">
      <dgm:prSet presAssocID="{E2A0645E-E37F-4116-AA1B-6CA299601C16}" presName="textRect" presStyleLbl="revTx" presStyleIdx="2" presStyleCnt="4">
        <dgm:presLayoutVars>
          <dgm:chMax val="1"/>
          <dgm:chPref val="1"/>
        </dgm:presLayoutVars>
      </dgm:prSet>
      <dgm:spPr/>
    </dgm:pt>
    <dgm:pt modelId="{3F48ACE2-E4B4-4A62-9264-458BC520F459}" type="pres">
      <dgm:prSet presAssocID="{6219CD38-1F59-4FDD-970A-CCEF092FC772}" presName="sibTrans" presStyleLbl="sibTrans2D1" presStyleIdx="0" presStyleCnt="0"/>
      <dgm:spPr/>
    </dgm:pt>
    <dgm:pt modelId="{D7AD237B-969B-4DA0-8172-1E3D8082909F}" type="pres">
      <dgm:prSet presAssocID="{CF3EEAA7-6503-44DF-95D9-DFE6038875DD}" presName="compNode" presStyleCnt="0"/>
      <dgm:spPr/>
    </dgm:pt>
    <dgm:pt modelId="{2D3B6378-8188-4D69-AE7C-F216E06623A8}" type="pres">
      <dgm:prSet presAssocID="{CF3EEAA7-6503-44DF-95D9-DFE6038875DD}" presName="iconBgRect" presStyleLbl="bgShp" presStyleIdx="3" presStyleCnt="4"/>
      <dgm:spPr/>
    </dgm:pt>
    <dgm:pt modelId="{9F7C7C7D-9A69-440A-A2CF-94B2F828463B}" type="pres">
      <dgm:prSet presAssocID="{CF3EEAA7-6503-44DF-95D9-DFE6038875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rt with Pulse"/>
        </a:ext>
      </dgm:extLst>
    </dgm:pt>
    <dgm:pt modelId="{BD80D7BA-F8DE-4AF6-95C8-EF4F3A03C51E}" type="pres">
      <dgm:prSet presAssocID="{CF3EEAA7-6503-44DF-95D9-DFE6038875DD}" presName="spaceRect" presStyleCnt="0"/>
      <dgm:spPr/>
    </dgm:pt>
    <dgm:pt modelId="{9BDB42AD-4429-4FE7-8C6D-D2A1E9EC6175}" type="pres">
      <dgm:prSet presAssocID="{CF3EEAA7-6503-44DF-95D9-DFE6038875DD}" presName="textRect" presStyleLbl="revTx" presStyleIdx="3" presStyleCnt="4">
        <dgm:presLayoutVars>
          <dgm:chMax val="1"/>
          <dgm:chPref val="1"/>
        </dgm:presLayoutVars>
      </dgm:prSet>
      <dgm:spPr/>
    </dgm:pt>
  </dgm:ptLst>
  <dgm:cxnLst>
    <dgm:cxn modelId="{7EF6C302-9455-4D85-842E-6E841777E1F6}" type="presOf" srcId="{60098863-A816-4F90-8D1A-458EF3DD5017}" destId="{8027D00A-6712-4DC7-9A28-B67DCBAC0C7D}" srcOrd="0" destOrd="0" presId="urn:microsoft.com/office/officeart/2018/2/layout/IconCircleList"/>
    <dgm:cxn modelId="{D5E0B93C-3152-418B-AB87-9D0AB159E8C5}" srcId="{60098863-A816-4F90-8D1A-458EF3DD5017}" destId="{B58389F1-E9F2-41E9-BC93-E7611D42FFDE}" srcOrd="1" destOrd="0" parTransId="{9F8761BA-3FC4-40B8-9357-83F68B4C0B01}" sibTransId="{D01638FE-E3D9-469B-9CA1-494D02660AA6}"/>
    <dgm:cxn modelId="{EAA3E04D-62F6-48D5-B3A5-DB3A2917468E}" srcId="{60098863-A816-4F90-8D1A-458EF3DD5017}" destId="{03B98D2A-A7E5-41A1-A978-633D830F6B91}" srcOrd="0" destOrd="0" parTransId="{DA64AA80-F720-4134-92DA-D68F082E50FF}" sibTransId="{5DE5717A-7F87-4920-8198-DE8BA99FFD50}"/>
    <dgm:cxn modelId="{66523A5A-3B68-4B93-AEBE-72EA4C9F5E01}" srcId="{60098863-A816-4F90-8D1A-458EF3DD5017}" destId="{E2A0645E-E37F-4116-AA1B-6CA299601C16}" srcOrd="2" destOrd="0" parTransId="{26BFEA92-F650-4A59-8F51-4A437A039958}" sibTransId="{6219CD38-1F59-4FDD-970A-CCEF092FC772}"/>
    <dgm:cxn modelId="{52F1C09F-401B-4B7A-B028-720F73CCA6B2}" type="presOf" srcId="{B58389F1-E9F2-41E9-BC93-E7611D42FFDE}" destId="{EFE9BDBB-E24C-4DCA-B9AC-C44E9DA652BB}" srcOrd="0" destOrd="0" presId="urn:microsoft.com/office/officeart/2018/2/layout/IconCircleList"/>
    <dgm:cxn modelId="{C1367EB2-34D0-40A6-BF5F-48400D1E8F70}" type="presOf" srcId="{E2A0645E-E37F-4116-AA1B-6CA299601C16}" destId="{776B7188-5645-4F19-81A3-85F5F2AC6C7D}" srcOrd="0" destOrd="0" presId="urn:microsoft.com/office/officeart/2018/2/layout/IconCircleList"/>
    <dgm:cxn modelId="{DF1001B8-9EDE-4606-90C9-B6A1080B864C}" type="presOf" srcId="{D01638FE-E3D9-469B-9CA1-494D02660AA6}" destId="{FBD578C7-EA5B-4D26-AAA8-7F3648F8875F}" srcOrd="0" destOrd="0" presId="urn:microsoft.com/office/officeart/2018/2/layout/IconCircleList"/>
    <dgm:cxn modelId="{4ECF9EC0-EE70-48D7-8A73-5DE48BCF9F37}" type="presOf" srcId="{5DE5717A-7F87-4920-8198-DE8BA99FFD50}" destId="{72F3FAEA-E715-41C7-8EE1-22ADE32D2268}" srcOrd="0" destOrd="0" presId="urn:microsoft.com/office/officeart/2018/2/layout/IconCircleList"/>
    <dgm:cxn modelId="{6DA70AC2-EE34-45DF-A7A2-DCC9DF9CFA59}" type="presOf" srcId="{6219CD38-1F59-4FDD-970A-CCEF092FC772}" destId="{3F48ACE2-E4B4-4A62-9264-458BC520F459}" srcOrd="0" destOrd="0" presId="urn:microsoft.com/office/officeart/2018/2/layout/IconCircleList"/>
    <dgm:cxn modelId="{B2200AD5-7566-43BA-B9EA-4DBBA5136466}" type="presOf" srcId="{03B98D2A-A7E5-41A1-A978-633D830F6B91}" destId="{B9166B1A-01EA-4232-A69B-0D2C49B2D363}" srcOrd="0" destOrd="0" presId="urn:microsoft.com/office/officeart/2018/2/layout/IconCircleList"/>
    <dgm:cxn modelId="{596842D6-5AF3-40FC-BA37-D1122514F50F}" srcId="{60098863-A816-4F90-8D1A-458EF3DD5017}" destId="{CF3EEAA7-6503-44DF-95D9-DFE6038875DD}" srcOrd="3" destOrd="0" parTransId="{E304E00A-5A30-4C4E-8092-7645911417B1}" sibTransId="{08552CC7-D4A8-4D10-83AB-8F32ACE5AF8B}"/>
    <dgm:cxn modelId="{83F781FB-6D28-4C82-BB89-1D5A392736DE}" type="presOf" srcId="{CF3EEAA7-6503-44DF-95D9-DFE6038875DD}" destId="{9BDB42AD-4429-4FE7-8C6D-D2A1E9EC6175}" srcOrd="0" destOrd="0" presId="urn:microsoft.com/office/officeart/2018/2/layout/IconCircleList"/>
    <dgm:cxn modelId="{01A58BB1-F1EA-48F0-819C-27C0A287CBB6}" type="presParOf" srcId="{8027D00A-6712-4DC7-9A28-B67DCBAC0C7D}" destId="{AA81CF2B-CE0C-49C2-886D-C86E62B9D8A0}" srcOrd="0" destOrd="0" presId="urn:microsoft.com/office/officeart/2018/2/layout/IconCircleList"/>
    <dgm:cxn modelId="{997CA0B7-5366-4D58-AFEB-7BDDD7913708}" type="presParOf" srcId="{AA81CF2B-CE0C-49C2-886D-C86E62B9D8A0}" destId="{8B41C2AE-3028-4901-BD8E-19D7A642CD95}" srcOrd="0" destOrd="0" presId="urn:microsoft.com/office/officeart/2018/2/layout/IconCircleList"/>
    <dgm:cxn modelId="{A94A3332-047C-4FC1-B06C-60EC443583E7}" type="presParOf" srcId="{8B41C2AE-3028-4901-BD8E-19D7A642CD95}" destId="{EFE7070C-D324-493C-9F68-F9C5A20492B7}" srcOrd="0" destOrd="0" presId="urn:microsoft.com/office/officeart/2018/2/layout/IconCircleList"/>
    <dgm:cxn modelId="{5E22F6AB-8AE3-4BCA-8DA4-4D8EA458ED3F}" type="presParOf" srcId="{8B41C2AE-3028-4901-BD8E-19D7A642CD95}" destId="{B41A3A1A-C8E5-4895-8F91-F53700B973B3}" srcOrd="1" destOrd="0" presId="urn:microsoft.com/office/officeart/2018/2/layout/IconCircleList"/>
    <dgm:cxn modelId="{62159F2B-5D54-4C8D-9D0E-D037C76D123B}" type="presParOf" srcId="{8B41C2AE-3028-4901-BD8E-19D7A642CD95}" destId="{075311A9-EC13-4E87-9E7E-C00DFAA429EC}" srcOrd="2" destOrd="0" presId="urn:microsoft.com/office/officeart/2018/2/layout/IconCircleList"/>
    <dgm:cxn modelId="{F27C94ED-47FE-4716-B0E3-F7A1C6720CA4}" type="presParOf" srcId="{8B41C2AE-3028-4901-BD8E-19D7A642CD95}" destId="{B9166B1A-01EA-4232-A69B-0D2C49B2D363}" srcOrd="3" destOrd="0" presId="urn:microsoft.com/office/officeart/2018/2/layout/IconCircleList"/>
    <dgm:cxn modelId="{2C00738C-70A5-4B74-A1FE-28819A0256B0}" type="presParOf" srcId="{AA81CF2B-CE0C-49C2-886D-C86E62B9D8A0}" destId="{72F3FAEA-E715-41C7-8EE1-22ADE32D2268}" srcOrd="1" destOrd="0" presId="urn:microsoft.com/office/officeart/2018/2/layout/IconCircleList"/>
    <dgm:cxn modelId="{D60C0CEB-4398-430D-9A2A-1E67B2118937}" type="presParOf" srcId="{AA81CF2B-CE0C-49C2-886D-C86E62B9D8A0}" destId="{36B6307D-7742-42D4-8DF4-78D9E6AB7B92}" srcOrd="2" destOrd="0" presId="urn:microsoft.com/office/officeart/2018/2/layout/IconCircleList"/>
    <dgm:cxn modelId="{08A440E0-F76F-4B5C-8072-E539C98A616F}" type="presParOf" srcId="{36B6307D-7742-42D4-8DF4-78D9E6AB7B92}" destId="{A8F3DA88-F92A-4AA2-A810-9B005F051304}" srcOrd="0" destOrd="0" presId="urn:microsoft.com/office/officeart/2018/2/layout/IconCircleList"/>
    <dgm:cxn modelId="{9017810F-35D8-480E-AF75-5B78F6571BB4}" type="presParOf" srcId="{36B6307D-7742-42D4-8DF4-78D9E6AB7B92}" destId="{17DE4705-5CB5-42CD-9432-2FE889D316C4}" srcOrd="1" destOrd="0" presId="urn:microsoft.com/office/officeart/2018/2/layout/IconCircleList"/>
    <dgm:cxn modelId="{901DDAF7-A329-44E3-85F5-0CEAD9749B56}" type="presParOf" srcId="{36B6307D-7742-42D4-8DF4-78D9E6AB7B92}" destId="{10B5974E-151D-43F1-86E7-DD067C134583}" srcOrd="2" destOrd="0" presId="urn:microsoft.com/office/officeart/2018/2/layout/IconCircleList"/>
    <dgm:cxn modelId="{247BB468-2FE7-486F-A8B2-C1DB6D0B5CEC}" type="presParOf" srcId="{36B6307D-7742-42D4-8DF4-78D9E6AB7B92}" destId="{EFE9BDBB-E24C-4DCA-B9AC-C44E9DA652BB}" srcOrd="3" destOrd="0" presId="urn:microsoft.com/office/officeart/2018/2/layout/IconCircleList"/>
    <dgm:cxn modelId="{9DED7255-AB34-44DB-928C-4FDCEC782ACC}" type="presParOf" srcId="{AA81CF2B-CE0C-49C2-886D-C86E62B9D8A0}" destId="{FBD578C7-EA5B-4D26-AAA8-7F3648F8875F}" srcOrd="3" destOrd="0" presId="urn:microsoft.com/office/officeart/2018/2/layout/IconCircleList"/>
    <dgm:cxn modelId="{EF5E8EA1-B901-4E5D-9EBB-AF38CC05E121}" type="presParOf" srcId="{AA81CF2B-CE0C-49C2-886D-C86E62B9D8A0}" destId="{FD4AB248-8F82-4384-AD25-C23B62EB2647}" srcOrd="4" destOrd="0" presId="urn:microsoft.com/office/officeart/2018/2/layout/IconCircleList"/>
    <dgm:cxn modelId="{67BFFD4A-AC96-4873-A9EB-F710FE146775}" type="presParOf" srcId="{FD4AB248-8F82-4384-AD25-C23B62EB2647}" destId="{5420735A-78C5-4CB2-9A6C-0417FCB9815A}" srcOrd="0" destOrd="0" presId="urn:microsoft.com/office/officeart/2018/2/layout/IconCircleList"/>
    <dgm:cxn modelId="{D96AC31F-10B6-4317-B4DC-92C75C892860}" type="presParOf" srcId="{FD4AB248-8F82-4384-AD25-C23B62EB2647}" destId="{D15E744A-30CE-4906-AF55-A003E680827A}" srcOrd="1" destOrd="0" presId="urn:microsoft.com/office/officeart/2018/2/layout/IconCircleList"/>
    <dgm:cxn modelId="{DCCE0D05-B85C-4697-80E4-5231787D56E0}" type="presParOf" srcId="{FD4AB248-8F82-4384-AD25-C23B62EB2647}" destId="{DEE96E80-6EB0-4058-821B-4ADA8EB0893A}" srcOrd="2" destOrd="0" presId="urn:microsoft.com/office/officeart/2018/2/layout/IconCircleList"/>
    <dgm:cxn modelId="{A12856EF-53C6-483E-B248-396F09E1C940}" type="presParOf" srcId="{FD4AB248-8F82-4384-AD25-C23B62EB2647}" destId="{776B7188-5645-4F19-81A3-85F5F2AC6C7D}" srcOrd="3" destOrd="0" presId="urn:microsoft.com/office/officeart/2018/2/layout/IconCircleList"/>
    <dgm:cxn modelId="{AE4D4E07-60CC-4793-B804-7F9CB198448E}" type="presParOf" srcId="{AA81CF2B-CE0C-49C2-886D-C86E62B9D8A0}" destId="{3F48ACE2-E4B4-4A62-9264-458BC520F459}" srcOrd="5" destOrd="0" presId="urn:microsoft.com/office/officeart/2018/2/layout/IconCircleList"/>
    <dgm:cxn modelId="{70657C81-9923-4646-AFB2-CB4F73758B56}" type="presParOf" srcId="{AA81CF2B-CE0C-49C2-886D-C86E62B9D8A0}" destId="{D7AD237B-969B-4DA0-8172-1E3D8082909F}" srcOrd="6" destOrd="0" presId="urn:microsoft.com/office/officeart/2018/2/layout/IconCircleList"/>
    <dgm:cxn modelId="{3B89F386-5A10-4975-8AEC-7E5038C7BA3F}" type="presParOf" srcId="{D7AD237B-969B-4DA0-8172-1E3D8082909F}" destId="{2D3B6378-8188-4D69-AE7C-F216E06623A8}" srcOrd="0" destOrd="0" presId="urn:microsoft.com/office/officeart/2018/2/layout/IconCircleList"/>
    <dgm:cxn modelId="{CE014BC1-F100-473F-84AE-D0A3F9B1C68F}" type="presParOf" srcId="{D7AD237B-969B-4DA0-8172-1E3D8082909F}" destId="{9F7C7C7D-9A69-440A-A2CF-94B2F828463B}" srcOrd="1" destOrd="0" presId="urn:microsoft.com/office/officeart/2018/2/layout/IconCircleList"/>
    <dgm:cxn modelId="{6B8CAB37-CF77-4139-9145-C26A351162C4}" type="presParOf" srcId="{D7AD237B-969B-4DA0-8172-1E3D8082909F}" destId="{BD80D7BA-F8DE-4AF6-95C8-EF4F3A03C51E}" srcOrd="2" destOrd="0" presId="urn:microsoft.com/office/officeart/2018/2/layout/IconCircleList"/>
    <dgm:cxn modelId="{D06C075E-1E6C-4374-A48E-C9257BA58CC3}" type="presParOf" srcId="{D7AD237B-969B-4DA0-8172-1E3D8082909F}" destId="{9BDB42AD-4429-4FE7-8C6D-D2A1E9EC617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64799F-249B-4C07-9582-34F001F9AA17}" type="doc">
      <dgm:prSet loTypeId="urn:microsoft.com/office/officeart/2005/8/layout/process5" loCatId="process" qsTypeId="urn:microsoft.com/office/officeart/2005/8/quickstyle/simple4" qsCatId="simple" csTypeId="urn:microsoft.com/office/officeart/2005/8/colors/colorful5" csCatId="colorful"/>
      <dgm:spPr/>
      <dgm:t>
        <a:bodyPr/>
        <a:lstStyle/>
        <a:p>
          <a:endParaRPr lang="en-US"/>
        </a:p>
      </dgm:t>
    </dgm:pt>
    <dgm:pt modelId="{2E004CCE-5625-4ED1-8673-87EC5E8F83E2}">
      <dgm:prSet/>
      <dgm:spPr/>
      <dgm:t>
        <a:bodyPr/>
        <a:lstStyle/>
        <a:p>
          <a:r>
            <a:rPr lang="en-US" dirty="0"/>
            <a:t>- Body temperature increases with external temperature rise.</a:t>
          </a:r>
        </a:p>
      </dgm:t>
    </dgm:pt>
    <dgm:pt modelId="{BF3F88A0-D00A-4536-8E64-87F57501B8B1}" type="parTrans" cxnId="{BDE1D2AA-96BA-4062-AE99-35CBFB5C1BB4}">
      <dgm:prSet/>
      <dgm:spPr/>
      <dgm:t>
        <a:bodyPr/>
        <a:lstStyle/>
        <a:p>
          <a:endParaRPr lang="en-US"/>
        </a:p>
      </dgm:t>
    </dgm:pt>
    <dgm:pt modelId="{E30337F5-A368-4CB3-AE5A-61F5AC6EE918}" type="sibTrans" cxnId="{BDE1D2AA-96BA-4062-AE99-35CBFB5C1BB4}">
      <dgm:prSet/>
      <dgm:spPr/>
      <dgm:t>
        <a:bodyPr/>
        <a:lstStyle/>
        <a:p>
          <a:endParaRPr lang="en-US"/>
        </a:p>
      </dgm:t>
    </dgm:pt>
    <dgm:pt modelId="{E2D41929-794C-460A-9FCB-972D43DECC26}">
      <dgm:prSet/>
      <dgm:spPr/>
      <dgm:t>
        <a:bodyPr/>
        <a:lstStyle/>
        <a:p>
          <a:r>
            <a:rPr lang="en-US"/>
            <a:t>- Heat stress can affect cardiovascular health, leading to elevated heart rates.</a:t>
          </a:r>
        </a:p>
      </dgm:t>
    </dgm:pt>
    <dgm:pt modelId="{6022E992-0030-41AD-A9F4-78821BB5266A}" type="parTrans" cxnId="{7D171376-D47D-472A-BB11-55914A72A40D}">
      <dgm:prSet/>
      <dgm:spPr/>
      <dgm:t>
        <a:bodyPr/>
        <a:lstStyle/>
        <a:p>
          <a:endParaRPr lang="en-US"/>
        </a:p>
      </dgm:t>
    </dgm:pt>
    <dgm:pt modelId="{4E17E612-6975-45B2-9222-CF9F3283E59F}" type="sibTrans" cxnId="{7D171376-D47D-472A-BB11-55914A72A40D}">
      <dgm:prSet/>
      <dgm:spPr/>
      <dgm:t>
        <a:bodyPr/>
        <a:lstStyle/>
        <a:p>
          <a:endParaRPr lang="en-US"/>
        </a:p>
      </dgm:t>
    </dgm:pt>
    <dgm:pt modelId="{BD96A859-B211-42DE-BA7B-9983549E5512}">
      <dgm:prSet/>
      <dgm:spPr/>
      <dgm:t>
        <a:bodyPr/>
        <a:lstStyle/>
        <a:p>
          <a:r>
            <a:rPr lang="en-US"/>
            <a:t>- Identifying risk groups helps in preventive health measures.</a:t>
          </a:r>
        </a:p>
      </dgm:t>
    </dgm:pt>
    <dgm:pt modelId="{27240209-13C4-46C7-B6B1-B0D216F0013C}" type="parTrans" cxnId="{146EA23D-74EF-4154-BDBD-0CD2AF85B319}">
      <dgm:prSet/>
      <dgm:spPr/>
      <dgm:t>
        <a:bodyPr/>
        <a:lstStyle/>
        <a:p>
          <a:endParaRPr lang="en-US"/>
        </a:p>
      </dgm:t>
    </dgm:pt>
    <dgm:pt modelId="{8FE99648-4B47-4492-B1B0-6160AB95C269}" type="sibTrans" cxnId="{146EA23D-74EF-4154-BDBD-0CD2AF85B319}">
      <dgm:prSet/>
      <dgm:spPr/>
      <dgm:t>
        <a:bodyPr/>
        <a:lstStyle/>
        <a:p>
          <a:endParaRPr lang="en-US"/>
        </a:p>
      </dgm:t>
    </dgm:pt>
    <dgm:pt modelId="{DB3E1484-B5D7-4789-83FA-BB5DC7E9DE00}" type="pres">
      <dgm:prSet presAssocID="{4664799F-249B-4C07-9582-34F001F9AA17}" presName="diagram" presStyleCnt="0">
        <dgm:presLayoutVars>
          <dgm:dir/>
          <dgm:resizeHandles val="exact"/>
        </dgm:presLayoutVars>
      </dgm:prSet>
      <dgm:spPr/>
    </dgm:pt>
    <dgm:pt modelId="{6D1A768D-0486-4CF3-9846-390212E15595}" type="pres">
      <dgm:prSet presAssocID="{2E004CCE-5625-4ED1-8673-87EC5E8F83E2}" presName="node" presStyleLbl="node1" presStyleIdx="0" presStyleCnt="3">
        <dgm:presLayoutVars>
          <dgm:bulletEnabled val="1"/>
        </dgm:presLayoutVars>
      </dgm:prSet>
      <dgm:spPr/>
    </dgm:pt>
    <dgm:pt modelId="{12F89B78-4B12-445C-A46A-252F70235E9C}" type="pres">
      <dgm:prSet presAssocID="{E30337F5-A368-4CB3-AE5A-61F5AC6EE918}" presName="sibTrans" presStyleLbl="sibTrans2D1" presStyleIdx="0" presStyleCnt="2"/>
      <dgm:spPr/>
    </dgm:pt>
    <dgm:pt modelId="{6ECE252C-F3C9-4A7C-8EFA-3EBACF5B86F0}" type="pres">
      <dgm:prSet presAssocID="{E30337F5-A368-4CB3-AE5A-61F5AC6EE918}" presName="connectorText" presStyleLbl="sibTrans2D1" presStyleIdx="0" presStyleCnt="2"/>
      <dgm:spPr/>
    </dgm:pt>
    <dgm:pt modelId="{223D87A0-128B-48FA-8C83-8F5BE62FA884}" type="pres">
      <dgm:prSet presAssocID="{E2D41929-794C-460A-9FCB-972D43DECC26}" presName="node" presStyleLbl="node1" presStyleIdx="1" presStyleCnt="3">
        <dgm:presLayoutVars>
          <dgm:bulletEnabled val="1"/>
        </dgm:presLayoutVars>
      </dgm:prSet>
      <dgm:spPr/>
    </dgm:pt>
    <dgm:pt modelId="{8A4F4509-B58C-4467-AD8D-DC8EE01A5D09}" type="pres">
      <dgm:prSet presAssocID="{4E17E612-6975-45B2-9222-CF9F3283E59F}" presName="sibTrans" presStyleLbl="sibTrans2D1" presStyleIdx="1" presStyleCnt="2"/>
      <dgm:spPr/>
    </dgm:pt>
    <dgm:pt modelId="{0BE94A26-2AE9-4A0F-8D69-94D65DF8E5B1}" type="pres">
      <dgm:prSet presAssocID="{4E17E612-6975-45B2-9222-CF9F3283E59F}" presName="connectorText" presStyleLbl="sibTrans2D1" presStyleIdx="1" presStyleCnt="2"/>
      <dgm:spPr/>
    </dgm:pt>
    <dgm:pt modelId="{76DFF21E-9C29-48FA-A0AF-77DE557DCD02}" type="pres">
      <dgm:prSet presAssocID="{BD96A859-B211-42DE-BA7B-9983549E5512}" presName="node" presStyleLbl="node1" presStyleIdx="2" presStyleCnt="3">
        <dgm:presLayoutVars>
          <dgm:bulletEnabled val="1"/>
        </dgm:presLayoutVars>
      </dgm:prSet>
      <dgm:spPr/>
    </dgm:pt>
  </dgm:ptLst>
  <dgm:cxnLst>
    <dgm:cxn modelId="{EFAB2C12-9D45-4AF7-9619-2E254BA555AF}" type="presOf" srcId="{E30337F5-A368-4CB3-AE5A-61F5AC6EE918}" destId="{12F89B78-4B12-445C-A46A-252F70235E9C}" srcOrd="0" destOrd="0" presId="urn:microsoft.com/office/officeart/2005/8/layout/process5"/>
    <dgm:cxn modelId="{CD085032-B5C3-48CB-819B-29512BDE883B}" type="presOf" srcId="{2E004CCE-5625-4ED1-8673-87EC5E8F83E2}" destId="{6D1A768D-0486-4CF3-9846-390212E15595}" srcOrd="0" destOrd="0" presId="urn:microsoft.com/office/officeart/2005/8/layout/process5"/>
    <dgm:cxn modelId="{146EA23D-74EF-4154-BDBD-0CD2AF85B319}" srcId="{4664799F-249B-4C07-9582-34F001F9AA17}" destId="{BD96A859-B211-42DE-BA7B-9983549E5512}" srcOrd="2" destOrd="0" parTransId="{27240209-13C4-46C7-B6B1-B0D216F0013C}" sibTransId="{8FE99648-4B47-4492-B1B0-6160AB95C269}"/>
    <dgm:cxn modelId="{F4CCD55F-4FA5-46C4-888A-9D7A5DBD03D1}" type="presOf" srcId="{4E17E612-6975-45B2-9222-CF9F3283E59F}" destId="{8A4F4509-B58C-4467-AD8D-DC8EE01A5D09}" srcOrd="0" destOrd="0" presId="urn:microsoft.com/office/officeart/2005/8/layout/process5"/>
    <dgm:cxn modelId="{3120F062-BBF0-4886-B98B-583970DE6A3C}" type="presOf" srcId="{4E17E612-6975-45B2-9222-CF9F3283E59F}" destId="{0BE94A26-2AE9-4A0F-8D69-94D65DF8E5B1}" srcOrd="1" destOrd="0" presId="urn:microsoft.com/office/officeart/2005/8/layout/process5"/>
    <dgm:cxn modelId="{A7E2DB4E-CA39-4A70-ACAA-04B210ACCE0B}" type="presOf" srcId="{4664799F-249B-4C07-9582-34F001F9AA17}" destId="{DB3E1484-B5D7-4789-83FA-BB5DC7E9DE00}" srcOrd="0" destOrd="0" presId="urn:microsoft.com/office/officeart/2005/8/layout/process5"/>
    <dgm:cxn modelId="{7D171376-D47D-472A-BB11-55914A72A40D}" srcId="{4664799F-249B-4C07-9582-34F001F9AA17}" destId="{E2D41929-794C-460A-9FCB-972D43DECC26}" srcOrd="1" destOrd="0" parTransId="{6022E992-0030-41AD-A9F4-78821BB5266A}" sibTransId="{4E17E612-6975-45B2-9222-CF9F3283E59F}"/>
    <dgm:cxn modelId="{1613F08C-7875-47A7-B0DD-6C8EE6EC0C34}" type="presOf" srcId="{E2D41929-794C-460A-9FCB-972D43DECC26}" destId="{223D87A0-128B-48FA-8C83-8F5BE62FA884}" srcOrd="0" destOrd="0" presId="urn:microsoft.com/office/officeart/2005/8/layout/process5"/>
    <dgm:cxn modelId="{BDE1D2AA-96BA-4062-AE99-35CBFB5C1BB4}" srcId="{4664799F-249B-4C07-9582-34F001F9AA17}" destId="{2E004CCE-5625-4ED1-8673-87EC5E8F83E2}" srcOrd="0" destOrd="0" parTransId="{BF3F88A0-D00A-4536-8E64-87F57501B8B1}" sibTransId="{E30337F5-A368-4CB3-AE5A-61F5AC6EE918}"/>
    <dgm:cxn modelId="{DFE797B7-BC9D-43B2-9304-288E68D0C1A8}" type="presOf" srcId="{E30337F5-A368-4CB3-AE5A-61F5AC6EE918}" destId="{6ECE252C-F3C9-4A7C-8EFA-3EBACF5B86F0}" srcOrd="1" destOrd="0" presId="urn:microsoft.com/office/officeart/2005/8/layout/process5"/>
    <dgm:cxn modelId="{C979C2D6-3BB5-473A-8A11-FCA6B9A5B258}" type="presOf" srcId="{BD96A859-B211-42DE-BA7B-9983549E5512}" destId="{76DFF21E-9C29-48FA-A0AF-77DE557DCD02}" srcOrd="0" destOrd="0" presId="urn:microsoft.com/office/officeart/2005/8/layout/process5"/>
    <dgm:cxn modelId="{8F38A949-1EC7-4AE3-A934-7A281F1DA9DB}" type="presParOf" srcId="{DB3E1484-B5D7-4789-83FA-BB5DC7E9DE00}" destId="{6D1A768D-0486-4CF3-9846-390212E15595}" srcOrd="0" destOrd="0" presId="urn:microsoft.com/office/officeart/2005/8/layout/process5"/>
    <dgm:cxn modelId="{36E70B6A-B288-4477-A246-DC37412F0399}" type="presParOf" srcId="{DB3E1484-B5D7-4789-83FA-BB5DC7E9DE00}" destId="{12F89B78-4B12-445C-A46A-252F70235E9C}" srcOrd="1" destOrd="0" presId="urn:microsoft.com/office/officeart/2005/8/layout/process5"/>
    <dgm:cxn modelId="{5CAAE7B7-E7D3-423A-90F0-1DFE3EEB41F0}" type="presParOf" srcId="{12F89B78-4B12-445C-A46A-252F70235E9C}" destId="{6ECE252C-F3C9-4A7C-8EFA-3EBACF5B86F0}" srcOrd="0" destOrd="0" presId="urn:microsoft.com/office/officeart/2005/8/layout/process5"/>
    <dgm:cxn modelId="{411CCBB9-B042-4160-BA60-FC834F1A5EED}" type="presParOf" srcId="{DB3E1484-B5D7-4789-83FA-BB5DC7E9DE00}" destId="{223D87A0-128B-48FA-8C83-8F5BE62FA884}" srcOrd="2" destOrd="0" presId="urn:microsoft.com/office/officeart/2005/8/layout/process5"/>
    <dgm:cxn modelId="{F89041DD-C68D-4413-A913-8CD5951E7F9D}" type="presParOf" srcId="{DB3E1484-B5D7-4789-83FA-BB5DC7E9DE00}" destId="{8A4F4509-B58C-4467-AD8D-DC8EE01A5D09}" srcOrd="3" destOrd="0" presId="urn:microsoft.com/office/officeart/2005/8/layout/process5"/>
    <dgm:cxn modelId="{8C6DCA1B-3113-4AE0-97BA-3F762ECD3D85}" type="presParOf" srcId="{8A4F4509-B58C-4467-AD8D-DC8EE01A5D09}" destId="{0BE94A26-2AE9-4A0F-8D69-94D65DF8E5B1}" srcOrd="0" destOrd="0" presId="urn:microsoft.com/office/officeart/2005/8/layout/process5"/>
    <dgm:cxn modelId="{DA248CB6-4FBE-4136-94B8-EDE0FC2ECE71}" type="presParOf" srcId="{DB3E1484-B5D7-4789-83FA-BB5DC7E9DE00}" destId="{76DFF21E-9C29-48FA-A0AF-77DE557DCD02}"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45259B-C135-4353-BBC5-E258823D0FAC}">
      <dsp:nvSpPr>
        <dsp:cNvPr id="0" name=""/>
        <dsp:cNvSpPr/>
      </dsp:nvSpPr>
      <dsp:spPr>
        <a:xfrm>
          <a:off x="0" y="959546"/>
          <a:ext cx="2030354" cy="1289274"/>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3D31C794-973C-43FB-A35C-F3E63DCD0FF4}">
      <dsp:nvSpPr>
        <dsp:cNvPr id="0" name=""/>
        <dsp:cNvSpPr/>
      </dsp:nvSpPr>
      <dsp:spPr>
        <a:xfrm>
          <a:off x="225594" y="1173861"/>
          <a:ext cx="2030354" cy="128927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 Weather conditions impact human health in various ways.</a:t>
          </a:r>
          <a:endParaRPr lang="en-US" sz="1200" kern="1200"/>
        </a:p>
      </dsp:txBody>
      <dsp:txXfrm>
        <a:off x="263356" y="1211623"/>
        <a:ext cx="1954830" cy="1213750"/>
      </dsp:txXfrm>
    </dsp:sp>
    <dsp:sp modelId="{4BDE38DB-53FB-41EF-9035-58434E0E30CB}">
      <dsp:nvSpPr>
        <dsp:cNvPr id="0" name=""/>
        <dsp:cNvSpPr/>
      </dsp:nvSpPr>
      <dsp:spPr>
        <a:xfrm>
          <a:off x="2481543" y="959546"/>
          <a:ext cx="2030354" cy="1289274"/>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C804E0AA-4B50-46E4-9365-8F79CEAD4C87}">
      <dsp:nvSpPr>
        <dsp:cNvPr id="0" name=""/>
        <dsp:cNvSpPr/>
      </dsp:nvSpPr>
      <dsp:spPr>
        <a:xfrm>
          <a:off x="2707138" y="1173861"/>
          <a:ext cx="2030354" cy="128927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 This analysis explores the influence of weather factors such as temperature, humidity, and wind speed on key health parameters.</a:t>
          </a:r>
          <a:endParaRPr lang="en-US" sz="1200" kern="1200"/>
        </a:p>
      </dsp:txBody>
      <dsp:txXfrm>
        <a:off x="2744900" y="1211623"/>
        <a:ext cx="1954830" cy="1213750"/>
      </dsp:txXfrm>
    </dsp:sp>
    <dsp:sp modelId="{E92B06DA-C52D-4D55-B9D6-4B01E6EEC2CE}">
      <dsp:nvSpPr>
        <dsp:cNvPr id="0" name=""/>
        <dsp:cNvSpPr/>
      </dsp:nvSpPr>
      <dsp:spPr>
        <a:xfrm>
          <a:off x="4963087" y="959546"/>
          <a:ext cx="2030354" cy="1289274"/>
        </a:xfrm>
        <a:prstGeom prst="roundRect">
          <a:avLst>
            <a:gd name="adj" fmla="val 10000"/>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sp>
    <dsp:sp modelId="{B3091C9F-BCD9-479C-8820-498C24070AF5}">
      <dsp:nvSpPr>
        <dsp:cNvPr id="0" name=""/>
        <dsp:cNvSpPr/>
      </dsp:nvSpPr>
      <dsp:spPr>
        <a:xfrm>
          <a:off x="5188682" y="1173861"/>
          <a:ext cx="2030354" cy="128927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 The study focuses on heart rate, body temperature, and blood pressure, with data categorized by age, gender, and blood type.</a:t>
          </a:r>
          <a:endParaRPr lang="en-US" sz="1200" kern="1200"/>
        </a:p>
      </dsp:txBody>
      <dsp:txXfrm>
        <a:off x="5226444" y="1211623"/>
        <a:ext cx="1954830" cy="12137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7070C-D324-493C-9F68-F9C5A20492B7}">
      <dsp:nvSpPr>
        <dsp:cNvPr id="0" name=""/>
        <dsp:cNvSpPr/>
      </dsp:nvSpPr>
      <dsp:spPr>
        <a:xfrm>
          <a:off x="155020" y="505747"/>
          <a:ext cx="914666" cy="9146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1A3A1A-C8E5-4895-8F91-F53700B973B3}">
      <dsp:nvSpPr>
        <dsp:cNvPr id="0" name=""/>
        <dsp:cNvSpPr/>
      </dsp:nvSpPr>
      <dsp:spPr>
        <a:xfrm>
          <a:off x="347100" y="697827"/>
          <a:ext cx="530506" cy="5305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9166B1A-01EA-4232-A69B-0D2C49B2D363}">
      <dsp:nvSpPr>
        <dsp:cNvPr id="0" name=""/>
        <dsp:cNvSpPr/>
      </dsp:nvSpPr>
      <dsp:spPr>
        <a:xfrm>
          <a:off x="1265686" y="505747"/>
          <a:ext cx="2155998" cy="91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Data Collection</a:t>
          </a:r>
          <a:r>
            <a:rPr lang="en-US" sz="1100" kern="1200"/>
            <a:t>: Patient health data and weather data are recorded based on </a:t>
          </a:r>
          <a:r>
            <a:rPr lang="en-US" sz="1100" b="1" kern="1200"/>
            <a:t>timestamp alignment</a:t>
          </a:r>
          <a:r>
            <a:rPr lang="en-US" sz="1100" kern="1200"/>
            <a:t>.</a:t>
          </a:r>
        </a:p>
      </dsp:txBody>
      <dsp:txXfrm>
        <a:off x="1265686" y="505747"/>
        <a:ext cx="2155998" cy="914666"/>
      </dsp:txXfrm>
    </dsp:sp>
    <dsp:sp modelId="{A8F3DA88-F92A-4AA2-A810-9B005F051304}">
      <dsp:nvSpPr>
        <dsp:cNvPr id="0" name=""/>
        <dsp:cNvSpPr/>
      </dsp:nvSpPr>
      <dsp:spPr>
        <a:xfrm>
          <a:off x="3797351" y="505747"/>
          <a:ext cx="914666" cy="9146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DE4705-5CB5-42CD-9432-2FE889D316C4}">
      <dsp:nvSpPr>
        <dsp:cNvPr id="0" name=""/>
        <dsp:cNvSpPr/>
      </dsp:nvSpPr>
      <dsp:spPr>
        <a:xfrm>
          <a:off x="3989431" y="697827"/>
          <a:ext cx="530506" cy="5305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FE9BDBB-E24C-4DCA-B9AC-C44E9DA652BB}">
      <dsp:nvSpPr>
        <dsp:cNvPr id="0" name=""/>
        <dsp:cNvSpPr/>
      </dsp:nvSpPr>
      <dsp:spPr>
        <a:xfrm>
          <a:off x="4908017" y="505747"/>
          <a:ext cx="2155998" cy="91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Data Cleaning</a:t>
          </a:r>
          <a:r>
            <a:rPr lang="en-US" sz="1100" kern="1200"/>
            <a:t>: Handling missing values, standardizing units (e.g., Celsius, BPM, kPa).</a:t>
          </a:r>
        </a:p>
      </dsp:txBody>
      <dsp:txXfrm>
        <a:off x="4908017" y="505747"/>
        <a:ext cx="2155998" cy="914666"/>
      </dsp:txXfrm>
    </dsp:sp>
    <dsp:sp modelId="{5420735A-78C5-4CB2-9A6C-0417FCB9815A}">
      <dsp:nvSpPr>
        <dsp:cNvPr id="0" name=""/>
        <dsp:cNvSpPr/>
      </dsp:nvSpPr>
      <dsp:spPr>
        <a:xfrm>
          <a:off x="155020" y="2002269"/>
          <a:ext cx="914666" cy="9146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5E744A-30CE-4906-AF55-A003E680827A}">
      <dsp:nvSpPr>
        <dsp:cNvPr id="0" name=""/>
        <dsp:cNvSpPr/>
      </dsp:nvSpPr>
      <dsp:spPr>
        <a:xfrm>
          <a:off x="347100" y="2194349"/>
          <a:ext cx="530506" cy="5305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6B7188-5645-4F19-81A3-85F5F2AC6C7D}">
      <dsp:nvSpPr>
        <dsp:cNvPr id="0" name=""/>
        <dsp:cNvSpPr/>
      </dsp:nvSpPr>
      <dsp:spPr>
        <a:xfrm>
          <a:off x="1265686" y="2002269"/>
          <a:ext cx="2155998" cy="91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Data Integration</a:t>
          </a:r>
          <a:r>
            <a:rPr lang="en-US" sz="1100" kern="1200"/>
            <a:t>: Merging patient data with weather data using the </a:t>
          </a:r>
          <a:r>
            <a:rPr lang="en-US" sz="1100" b="1" kern="1200"/>
            <a:t>Datetime</a:t>
          </a:r>
          <a:r>
            <a:rPr lang="en-US" sz="1100" kern="1200"/>
            <a:t> key.</a:t>
          </a:r>
        </a:p>
      </dsp:txBody>
      <dsp:txXfrm>
        <a:off x="1265686" y="2002269"/>
        <a:ext cx="2155998" cy="914666"/>
      </dsp:txXfrm>
    </dsp:sp>
    <dsp:sp modelId="{2D3B6378-8188-4D69-AE7C-F216E06623A8}">
      <dsp:nvSpPr>
        <dsp:cNvPr id="0" name=""/>
        <dsp:cNvSpPr/>
      </dsp:nvSpPr>
      <dsp:spPr>
        <a:xfrm>
          <a:off x="3797351" y="2002269"/>
          <a:ext cx="914666" cy="9146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7C7C7D-9A69-440A-A2CF-94B2F828463B}">
      <dsp:nvSpPr>
        <dsp:cNvPr id="0" name=""/>
        <dsp:cNvSpPr/>
      </dsp:nvSpPr>
      <dsp:spPr>
        <a:xfrm>
          <a:off x="3989431" y="2194349"/>
          <a:ext cx="530506" cy="5305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DB42AD-4429-4FE7-8C6D-D2A1E9EC6175}">
      <dsp:nvSpPr>
        <dsp:cNvPr id="0" name=""/>
        <dsp:cNvSpPr/>
      </dsp:nvSpPr>
      <dsp:spPr>
        <a:xfrm>
          <a:off x="4908017" y="2002269"/>
          <a:ext cx="2155998" cy="914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b="1" kern="1200"/>
            <a:t>Analysis &amp; Visualization</a:t>
          </a:r>
          <a:r>
            <a:rPr lang="en-US" sz="1100" kern="1200"/>
            <a:t>: Generating reports on </a:t>
          </a:r>
          <a:r>
            <a:rPr lang="en-US" sz="1100" b="1" kern="1200"/>
            <a:t>heart rate trends, body temperature variations, and correlations with weather conditions</a:t>
          </a:r>
          <a:r>
            <a:rPr lang="en-US" sz="1100" kern="1200"/>
            <a:t>.</a:t>
          </a:r>
        </a:p>
      </dsp:txBody>
      <dsp:txXfrm>
        <a:off x="4908017" y="2002269"/>
        <a:ext cx="2155998" cy="91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A768D-0486-4CF3-9846-390212E15595}">
      <dsp:nvSpPr>
        <dsp:cNvPr id="0" name=""/>
        <dsp:cNvSpPr/>
      </dsp:nvSpPr>
      <dsp:spPr>
        <a:xfrm>
          <a:off x="1046196" y="2460"/>
          <a:ext cx="2136101" cy="1281661"/>
        </a:xfrm>
        <a:prstGeom prst="roundRect">
          <a:avLst>
            <a:gd name="adj" fmla="val 10000"/>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 Body temperature increases with external temperature rise.</a:t>
          </a:r>
        </a:p>
      </dsp:txBody>
      <dsp:txXfrm>
        <a:off x="1083735" y="39999"/>
        <a:ext cx="2061023" cy="1206583"/>
      </dsp:txXfrm>
    </dsp:sp>
    <dsp:sp modelId="{12F89B78-4B12-445C-A46A-252F70235E9C}">
      <dsp:nvSpPr>
        <dsp:cNvPr id="0" name=""/>
        <dsp:cNvSpPr/>
      </dsp:nvSpPr>
      <dsp:spPr>
        <a:xfrm>
          <a:off x="3370275" y="378413"/>
          <a:ext cx="452853" cy="529753"/>
        </a:xfrm>
        <a:prstGeom prst="rightArrow">
          <a:avLst>
            <a:gd name="adj1" fmla="val 60000"/>
            <a:gd name="adj2" fmla="val 50000"/>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370275" y="484364"/>
        <a:ext cx="316997" cy="317851"/>
      </dsp:txXfrm>
    </dsp:sp>
    <dsp:sp modelId="{223D87A0-128B-48FA-8C83-8F5BE62FA884}">
      <dsp:nvSpPr>
        <dsp:cNvPr id="0" name=""/>
        <dsp:cNvSpPr/>
      </dsp:nvSpPr>
      <dsp:spPr>
        <a:xfrm>
          <a:off x="4036738" y="2460"/>
          <a:ext cx="2136101" cy="1281661"/>
        </a:xfrm>
        <a:prstGeom prst="roundRect">
          <a:avLst>
            <a:gd name="adj" fmla="val 10000"/>
          </a:avLst>
        </a:prstGeom>
        <a:gradFill rotWithShape="0">
          <a:gsLst>
            <a:gs pos="0">
              <a:schemeClr val="accent5">
                <a:hueOff val="1219212"/>
                <a:satOff val="-9721"/>
                <a:lumOff val="-7353"/>
                <a:alphaOff val="0"/>
                <a:tint val="98000"/>
                <a:lumMod val="114000"/>
              </a:schemeClr>
            </a:gs>
            <a:gs pos="100000">
              <a:schemeClr val="accent5">
                <a:hueOff val="1219212"/>
                <a:satOff val="-9721"/>
                <a:lumOff val="-735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 Heat stress can affect cardiovascular health, leading to elevated heart rates.</a:t>
          </a:r>
        </a:p>
      </dsp:txBody>
      <dsp:txXfrm>
        <a:off x="4074277" y="39999"/>
        <a:ext cx="2061023" cy="1206583"/>
      </dsp:txXfrm>
    </dsp:sp>
    <dsp:sp modelId="{8A4F4509-B58C-4467-AD8D-DC8EE01A5D09}">
      <dsp:nvSpPr>
        <dsp:cNvPr id="0" name=""/>
        <dsp:cNvSpPr/>
      </dsp:nvSpPr>
      <dsp:spPr>
        <a:xfrm rot="5400000">
          <a:off x="4878362" y="1433648"/>
          <a:ext cx="452853" cy="529753"/>
        </a:xfrm>
        <a:prstGeom prst="rightArrow">
          <a:avLst>
            <a:gd name="adj1" fmla="val 60000"/>
            <a:gd name="adj2" fmla="val 50000"/>
          </a:avLst>
        </a:prstGeom>
        <a:gradFill rotWithShape="0">
          <a:gsLst>
            <a:gs pos="0">
              <a:schemeClr val="accent5">
                <a:hueOff val="2438425"/>
                <a:satOff val="-19443"/>
                <a:lumOff val="-14705"/>
                <a:alphaOff val="0"/>
                <a:tint val="98000"/>
                <a:lumMod val="114000"/>
              </a:schemeClr>
            </a:gs>
            <a:gs pos="100000">
              <a:schemeClr val="accent5">
                <a:hueOff val="2438425"/>
                <a:satOff val="-19443"/>
                <a:lumOff val="-1470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4945863" y="1472098"/>
        <a:ext cx="317851" cy="316997"/>
      </dsp:txXfrm>
    </dsp:sp>
    <dsp:sp modelId="{76DFF21E-9C29-48FA-A0AF-77DE557DCD02}">
      <dsp:nvSpPr>
        <dsp:cNvPr id="0" name=""/>
        <dsp:cNvSpPr/>
      </dsp:nvSpPr>
      <dsp:spPr>
        <a:xfrm>
          <a:off x="4036738" y="2138561"/>
          <a:ext cx="2136101" cy="1281661"/>
        </a:xfrm>
        <a:prstGeom prst="roundRect">
          <a:avLst>
            <a:gd name="adj" fmla="val 10000"/>
          </a:avLst>
        </a:prstGeom>
        <a:gradFill rotWithShape="0">
          <a:gsLst>
            <a:gs pos="0">
              <a:schemeClr val="accent5">
                <a:hueOff val="2438425"/>
                <a:satOff val="-19443"/>
                <a:lumOff val="-14705"/>
                <a:alphaOff val="0"/>
                <a:tint val="98000"/>
                <a:lumMod val="114000"/>
              </a:schemeClr>
            </a:gs>
            <a:gs pos="100000">
              <a:schemeClr val="accent5">
                <a:hueOff val="2438425"/>
                <a:satOff val="-19443"/>
                <a:lumOff val="-1470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 Identifying risk groups helps in preventive health measures.</a:t>
          </a:r>
        </a:p>
      </dsp:txBody>
      <dsp:txXfrm>
        <a:off x="4074277" y="2176100"/>
        <a:ext cx="2061023" cy="120658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3743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07530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09005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1055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83312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81025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045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8556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7626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87674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847060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24009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25949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39120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872714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40517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2/25/2025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13028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2/25/2025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974714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4E212B76-74CB-461F-90A3-EF4F2397A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p:cNvSpPr>
            <a:spLocks noGrp="1"/>
          </p:cNvSpPr>
          <p:nvPr>
            <p:ph type="ctrTitle"/>
          </p:nvPr>
        </p:nvSpPr>
        <p:spPr>
          <a:xfrm>
            <a:off x="1573160" y="432618"/>
            <a:ext cx="7445793" cy="1632155"/>
          </a:xfrm>
        </p:spPr>
        <p:txBody>
          <a:bodyPr>
            <a:normAutofit/>
          </a:bodyPr>
          <a:lstStyle/>
          <a:p>
            <a:pPr>
              <a:lnSpc>
                <a:spcPct val="90000"/>
              </a:lnSpc>
            </a:pPr>
            <a:r>
              <a:rPr lang="en-US" sz="3600" dirty="0">
                <a:solidFill>
                  <a:srgbClr val="EBEBEB"/>
                </a:solidFill>
              </a:rPr>
              <a:t>Weather Temperature and Health Analysis</a:t>
            </a:r>
          </a:p>
        </p:txBody>
      </p:sp>
      <p:sp>
        <p:nvSpPr>
          <p:cNvPr id="3" name="Subtitle 2"/>
          <p:cNvSpPr>
            <a:spLocks noGrp="1"/>
          </p:cNvSpPr>
          <p:nvPr>
            <p:ph type="subTitle" idx="1"/>
          </p:nvPr>
        </p:nvSpPr>
        <p:spPr>
          <a:xfrm>
            <a:off x="4247536" y="3834581"/>
            <a:ext cx="4216528" cy="2379406"/>
          </a:xfrm>
        </p:spPr>
        <p:txBody>
          <a:bodyPr>
            <a:normAutofit/>
          </a:bodyPr>
          <a:lstStyle/>
          <a:p>
            <a:pPr>
              <a:lnSpc>
                <a:spcPct val="90000"/>
              </a:lnSpc>
            </a:pPr>
            <a:r>
              <a:rPr lang="en-US">
                <a:solidFill>
                  <a:schemeClr val="accent4">
                    <a:lumMod val="20000"/>
                    <a:lumOff val="80000"/>
                  </a:schemeClr>
                </a:solidFill>
              </a:rPr>
              <a:t>Subject: Big Data &amp; Cloud Computing</a:t>
            </a:r>
          </a:p>
          <a:p>
            <a:pPr>
              <a:lnSpc>
                <a:spcPct val="90000"/>
              </a:lnSpc>
            </a:pPr>
            <a:r>
              <a:rPr lang="en-US">
                <a:solidFill>
                  <a:schemeClr val="accent4">
                    <a:lumMod val="20000"/>
                    <a:lumOff val="80000"/>
                  </a:schemeClr>
                </a:solidFill>
              </a:rPr>
              <a:t>Presented by: </a:t>
            </a:r>
          </a:p>
          <a:p>
            <a:pPr>
              <a:lnSpc>
                <a:spcPct val="90000"/>
              </a:lnSpc>
            </a:pPr>
            <a:r>
              <a:rPr lang="en-US">
                <a:solidFill>
                  <a:schemeClr val="accent4">
                    <a:lumMod val="20000"/>
                    <a:lumOff val="80000"/>
                  </a:schemeClr>
                </a:solidFill>
              </a:rPr>
              <a:t>Anusha Thirumalasetti ,</a:t>
            </a:r>
          </a:p>
          <a:p>
            <a:pPr>
              <a:lnSpc>
                <a:spcPct val="90000"/>
              </a:lnSpc>
            </a:pPr>
            <a:r>
              <a:rPr lang="en-US">
                <a:solidFill>
                  <a:schemeClr val="accent4">
                    <a:lumMod val="20000"/>
                    <a:lumOff val="80000"/>
                  </a:schemeClr>
                </a:solidFill>
              </a:rPr>
              <a:t>Mohan Chandra Polanati</a:t>
            </a:r>
          </a:p>
          <a:p>
            <a:pPr>
              <a:lnSpc>
                <a:spcPct val="90000"/>
              </a:lnSpc>
            </a:pPr>
            <a:r>
              <a:rPr lang="en-US">
                <a:solidFill>
                  <a:schemeClr val="accent4">
                    <a:lumMod val="20000"/>
                    <a:lumOff val="80000"/>
                  </a:schemeClr>
                </a:solidFill>
              </a:rPr>
              <a:t>Date: 2/25/2025</a:t>
            </a:r>
            <a:endParaRPr lang="en-US" dirty="0">
              <a:solidFill>
                <a:schemeClr val="accent4">
                  <a:lumMod val="20000"/>
                  <a:lumOff val="80000"/>
                </a:schemeClr>
              </a:solidFill>
            </a:endParaRPr>
          </a:p>
        </p:txBody>
      </p:sp>
      <p:sp>
        <p:nvSpPr>
          <p:cNvPr id="12" name="Rectangle 11">
            <a:extLst>
              <a:ext uri="{FF2B5EF4-FFF2-40B4-BE49-F238E27FC236}">
                <a16:creationId xmlns:a16="http://schemas.microsoft.com/office/drawing/2014/main" id="{81E746D0-4B37-4869-B2EF-79D5F0FFF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Snowflake">
            <a:extLst>
              <a:ext uri="{FF2B5EF4-FFF2-40B4-BE49-F238E27FC236}">
                <a16:creationId xmlns:a16="http://schemas.microsoft.com/office/drawing/2014/main" id="{015DE2F9-685E-2135-9ABF-FC4EDC5AA1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7859" y="1964742"/>
            <a:ext cx="3739677" cy="3739677"/>
          </a:xfrm>
          <a:prstGeom prst="roundRect">
            <a:avLst>
              <a:gd name="adj" fmla="val 1858"/>
            </a:avLst>
          </a:prstGeom>
          <a:effectLst>
            <a:outerShdw blurRad="50800" dist="50800" dir="5400000" algn="tl" rotWithShape="0">
              <a:srgbClr val="000000">
                <a:alpha val="43000"/>
              </a:srgbClr>
            </a:outerShdw>
          </a:effectLst>
        </p:spPr>
      </p:pic>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48" name="Rectangle 47">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9"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866215" y="973668"/>
            <a:ext cx="6571060" cy="706964"/>
          </a:xfrm>
        </p:spPr>
        <p:txBody>
          <a:bodyPr>
            <a:normAutofit/>
          </a:bodyPr>
          <a:lstStyle/>
          <a:p>
            <a:pPr>
              <a:lnSpc>
                <a:spcPct val="90000"/>
              </a:lnSpc>
            </a:pPr>
            <a:r>
              <a:rPr lang="en-US" sz="2200">
                <a:solidFill>
                  <a:srgbClr val="FFFFFF"/>
                </a:solidFill>
              </a:rPr>
              <a:t>Understanding the Correlation Between Weather and Health</a:t>
            </a:r>
          </a:p>
        </p:txBody>
      </p:sp>
      <p:sp>
        <p:nvSpPr>
          <p:cNvPr id="50" name="Rectangle 49">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ECC098B-00BD-DD64-FDCD-DD166F43D024}"/>
              </a:ext>
            </a:extLst>
          </p:cNvPr>
          <p:cNvGraphicFramePr>
            <a:graphicFrameLocks noGrp="1"/>
          </p:cNvGraphicFramePr>
          <p:nvPr>
            <p:ph idx="1"/>
            <p:extLst>
              <p:ext uri="{D42A27DB-BD31-4B8C-83A1-F6EECF244321}">
                <p14:modId xmlns:p14="http://schemas.microsoft.com/office/powerpoint/2010/main" val="3082682368"/>
              </p:ext>
            </p:extLst>
          </p:nvPr>
        </p:nvGraphicFramePr>
        <p:xfrm>
          <a:off x="965200" y="2324100"/>
          <a:ext cx="7219037"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0" name="Rectangle 9">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866215" y="973668"/>
            <a:ext cx="6571060" cy="706964"/>
          </a:xfrm>
        </p:spPr>
        <p:txBody>
          <a:bodyPr>
            <a:normAutofit/>
          </a:bodyPr>
          <a:lstStyle/>
          <a:p>
            <a:r>
              <a:rPr lang="en-US">
                <a:solidFill>
                  <a:srgbClr val="FFFFFF"/>
                </a:solidFill>
              </a:rPr>
              <a:t>Data Used in the Analysis</a:t>
            </a:r>
          </a:p>
        </p:txBody>
      </p:sp>
      <p:sp>
        <p:nvSpPr>
          <p:cNvPr id="13" name="Rectangle 12">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Content Placeholder 5">
            <a:extLst>
              <a:ext uri="{FF2B5EF4-FFF2-40B4-BE49-F238E27FC236}">
                <a16:creationId xmlns:a16="http://schemas.microsoft.com/office/drawing/2014/main" id="{E6FD295A-E124-5156-6FA1-EECB879850E9}"/>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8E182A6E-2D0B-5264-08C4-E519E485F87F}"/>
              </a:ext>
            </a:extLst>
          </p:cNvPr>
          <p:cNvPicPr>
            <a:picLocks noChangeAspect="1"/>
          </p:cNvPicPr>
          <p:nvPr/>
        </p:nvPicPr>
        <p:blipFill>
          <a:blip r:embed="rId3"/>
          <a:stretch>
            <a:fillRect/>
          </a:stretch>
        </p:blipFill>
        <p:spPr>
          <a:xfrm>
            <a:off x="347870" y="1680632"/>
            <a:ext cx="8438321" cy="4700290"/>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FB3EF4D6-026A-4D52-B916-967329EE3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5">
            <a:extLst>
              <a:ext uri="{FF2B5EF4-FFF2-40B4-BE49-F238E27FC236}">
                <a16:creationId xmlns:a16="http://schemas.microsoft.com/office/drawing/2014/main" id="{4DB4846F-6AA5-4DB3-9581-D95F22BD5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6368213" y="1797517"/>
            <a:ext cx="2474555"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50" name="Freeform: Shape 49">
            <a:extLst>
              <a:ext uri="{FF2B5EF4-FFF2-40B4-BE49-F238E27FC236}">
                <a16:creationId xmlns:a16="http://schemas.microsoft.com/office/drawing/2014/main" id="{D54EC22E-2292-4292-A80B-E81DF64BF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80041"/>
            <a:ext cx="9144000" cy="5077959"/>
          </a:xfrm>
          <a:custGeom>
            <a:avLst/>
            <a:gdLst>
              <a:gd name="connsiteX0" fmla="*/ 12192000 w 12192000"/>
              <a:gd name="connsiteY0" fmla="*/ 0 h 5077959"/>
              <a:gd name="connsiteX1" fmla="*/ 12192000 w 12192000"/>
              <a:gd name="connsiteY1" fmla="*/ 1972152 h 5077959"/>
              <a:gd name="connsiteX2" fmla="*/ 12192000 w 12192000"/>
              <a:gd name="connsiteY2" fmla="*/ 2361342 h 5077959"/>
              <a:gd name="connsiteX3" fmla="*/ 12192000 w 12192000"/>
              <a:gd name="connsiteY3" fmla="*/ 5077959 h 5077959"/>
              <a:gd name="connsiteX4" fmla="*/ 0 w 12192000"/>
              <a:gd name="connsiteY4" fmla="*/ 5077959 h 5077959"/>
              <a:gd name="connsiteX5" fmla="*/ 0 w 12192000"/>
              <a:gd name="connsiteY5" fmla="*/ 2361342 h 5077959"/>
              <a:gd name="connsiteX6" fmla="*/ 0 w 12192000"/>
              <a:gd name="connsiteY6" fmla="*/ 1972152 h 5077959"/>
              <a:gd name="connsiteX7" fmla="*/ 0 w 12192000"/>
              <a:gd name="connsiteY7" fmla="*/ 12515 h 5077959"/>
              <a:gd name="connsiteX8" fmla="*/ 108623 w 12192000"/>
              <a:gd name="connsiteY8" fmla="*/ 29540 h 5077959"/>
              <a:gd name="connsiteX9" fmla="*/ 300195 w 12192000"/>
              <a:gd name="connsiteY9" fmla="*/ 56163 h 5077959"/>
              <a:gd name="connsiteX10" fmla="*/ 527528 w 12192000"/>
              <a:gd name="connsiteY10" fmla="*/ 88041 h 5077959"/>
              <a:gd name="connsiteX11" fmla="*/ 779127 w 12192000"/>
              <a:gd name="connsiteY11" fmla="*/ 121671 h 5077959"/>
              <a:gd name="connsiteX12" fmla="*/ 1062654 w 12192000"/>
              <a:gd name="connsiteY12" fmla="*/ 157052 h 5077959"/>
              <a:gd name="connsiteX13" fmla="*/ 1371726 w 12192000"/>
              <a:gd name="connsiteY13" fmla="*/ 194535 h 5077959"/>
              <a:gd name="connsiteX14" fmla="*/ 1707616 w 12192000"/>
              <a:gd name="connsiteY14" fmla="*/ 232018 h 5077959"/>
              <a:gd name="connsiteX15" fmla="*/ 2065219 w 12192000"/>
              <a:gd name="connsiteY15" fmla="*/ 270201 h 5077959"/>
              <a:gd name="connsiteX16" fmla="*/ 2450918 w 12192000"/>
              <a:gd name="connsiteY16" fmla="*/ 305583 h 5077959"/>
              <a:gd name="connsiteX17" fmla="*/ 2854496 w 12192000"/>
              <a:gd name="connsiteY17" fmla="*/ 339562 h 5077959"/>
              <a:gd name="connsiteX18" fmla="*/ 3281065 w 12192000"/>
              <a:gd name="connsiteY18" fmla="*/ 370390 h 5077959"/>
              <a:gd name="connsiteX19" fmla="*/ 3725514 w 12192000"/>
              <a:gd name="connsiteY19" fmla="*/ 399815 h 5077959"/>
              <a:gd name="connsiteX20" fmla="*/ 4189119 w 12192000"/>
              <a:gd name="connsiteY20" fmla="*/ 427490 h 5077959"/>
              <a:gd name="connsiteX21" fmla="*/ 4426671 w 12192000"/>
              <a:gd name="connsiteY21" fmla="*/ 437298 h 5077959"/>
              <a:gd name="connsiteX22" fmla="*/ 4669330 w 12192000"/>
              <a:gd name="connsiteY22" fmla="*/ 448158 h 5077959"/>
              <a:gd name="connsiteX23" fmla="*/ 4915819 w 12192000"/>
              <a:gd name="connsiteY23" fmla="*/ 458317 h 5077959"/>
              <a:gd name="connsiteX24" fmla="*/ 5163586 w 12192000"/>
              <a:gd name="connsiteY24" fmla="*/ 464973 h 5077959"/>
              <a:gd name="connsiteX25" fmla="*/ 5416461 w 12192000"/>
              <a:gd name="connsiteY25" fmla="*/ 470928 h 5077959"/>
              <a:gd name="connsiteX26" fmla="*/ 5671892 w 12192000"/>
              <a:gd name="connsiteY26" fmla="*/ 477234 h 5077959"/>
              <a:gd name="connsiteX27" fmla="*/ 5932430 w 12192000"/>
              <a:gd name="connsiteY27" fmla="*/ 481437 h 5077959"/>
              <a:gd name="connsiteX28" fmla="*/ 6195523 w 12192000"/>
              <a:gd name="connsiteY28" fmla="*/ 481437 h 5077959"/>
              <a:gd name="connsiteX29" fmla="*/ 6461170 w 12192000"/>
              <a:gd name="connsiteY29" fmla="*/ 483539 h 5077959"/>
              <a:gd name="connsiteX30" fmla="*/ 6729372 w 12192000"/>
              <a:gd name="connsiteY30" fmla="*/ 481437 h 5077959"/>
              <a:gd name="connsiteX31" fmla="*/ 7001406 w 12192000"/>
              <a:gd name="connsiteY31" fmla="*/ 477234 h 5077959"/>
              <a:gd name="connsiteX32" fmla="*/ 7273439 w 12192000"/>
              <a:gd name="connsiteY32" fmla="*/ 473380 h 5077959"/>
              <a:gd name="connsiteX33" fmla="*/ 7549303 w 12192000"/>
              <a:gd name="connsiteY33" fmla="*/ 464973 h 5077959"/>
              <a:gd name="connsiteX34" fmla="*/ 7827722 w 12192000"/>
              <a:gd name="connsiteY34" fmla="*/ 456215 h 5077959"/>
              <a:gd name="connsiteX35" fmla="*/ 8106140 w 12192000"/>
              <a:gd name="connsiteY35" fmla="*/ 446056 h 5077959"/>
              <a:gd name="connsiteX36" fmla="*/ 8387114 w 12192000"/>
              <a:gd name="connsiteY36" fmla="*/ 431694 h 5077959"/>
              <a:gd name="connsiteX37" fmla="*/ 8670640 w 12192000"/>
              <a:gd name="connsiteY37" fmla="*/ 414528 h 5077959"/>
              <a:gd name="connsiteX38" fmla="*/ 8955446 w 12192000"/>
              <a:gd name="connsiteY38" fmla="*/ 398064 h 5077959"/>
              <a:gd name="connsiteX39" fmla="*/ 9240250 w 12192000"/>
              <a:gd name="connsiteY39" fmla="*/ 377045 h 5077959"/>
              <a:gd name="connsiteX40" fmla="*/ 9528886 w 12192000"/>
              <a:gd name="connsiteY40" fmla="*/ 351823 h 5077959"/>
              <a:gd name="connsiteX41" fmla="*/ 9813691 w 12192000"/>
              <a:gd name="connsiteY41" fmla="*/ 326601 h 5077959"/>
              <a:gd name="connsiteX42" fmla="*/ 10103603 w 12192000"/>
              <a:gd name="connsiteY42" fmla="*/ 297525 h 5077959"/>
              <a:gd name="connsiteX43" fmla="*/ 10394794 w 12192000"/>
              <a:gd name="connsiteY43" fmla="*/ 265647 h 5077959"/>
              <a:gd name="connsiteX44" fmla="*/ 10682153 w 12192000"/>
              <a:gd name="connsiteY44" fmla="*/ 232018 h 5077959"/>
              <a:gd name="connsiteX45" fmla="*/ 10973344 w 12192000"/>
              <a:gd name="connsiteY45" fmla="*/ 192783 h 5077959"/>
              <a:gd name="connsiteX46" fmla="*/ 11263257 w 12192000"/>
              <a:gd name="connsiteY46" fmla="*/ 150746 h 5077959"/>
              <a:gd name="connsiteX47" fmla="*/ 11554448 w 12192000"/>
              <a:gd name="connsiteY47" fmla="*/ 109060 h 5077959"/>
              <a:gd name="connsiteX48" fmla="*/ 11844360 w 12192000"/>
              <a:gd name="connsiteY48" fmla="*/ 60367 h 5077959"/>
              <a:gd name="connsiteX49" fmla="*/ 12132996 w 12192000"/>
              <a:gd name="connsiteY49" fmla="*/ 10623 h 507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000" h="5077959">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51" name="Rectangle 50">
            <a:extLst>
              <a:ext uri="{FF2B5EF4-FFF2-40B4-BE49-F238E27FC236}">
                <a16:creationId xmlns:a16="http://schemas.microsoft.com/office/drawing/2014/main" id="{CC1C7165-8A3A-44EB-88D0-4EFA36A00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2" name="Freeform 5">
            <a:extLst>
              <a:ext uri="{FF2B5EF4-FFF2-40B4-BE49-F238E27FC236}">
                <a16:creationId xmlns:a16="http://schemas.microsoft.com/office/drawing/2014/main" id="{A1081473-BB93-49A4-B605-4E2053739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accent1"/>
          </a:solidFill>
          <a:ln>
            <a:noFill/>
          </a:ln>
        </p:spPr>
        <p:txBody>
          <a:bodyPr/>
          <a:lstStyle/>
          <a:p>
            <a:endParaRPr lang="en-US"/>
          </a:p>
        </p:txBody>
      </p:sp>
      <p:sp>
        <p:nvSpPr>
          <p:cNvPr id="2" name="Title 1"/>
          <p:cNvSpPr>
            <a:spLocks noGrp="1"/>
          </p:cNvSpPr>
          <p:nvPr>
            <p:ph type="title"/>
          </p:nvPr>
        </p:nvSpPr>
        <p:spPr>
          <a:xfrm>
            <a:off x="1262378" y="838200"/>
            <a:ext cx="6619244" cy="977902"/>
          </a:xfrm>
        </p:spPr>
        <p:txBody>
          <a:bodyPr>
            <a:normAutofit/>
          </a:bodyPr>
          <a:lstStyle/>
          <a:p>
            <a:pPr algn="ctr"/>
            <a:r>
              <a:rPr lang="en-US">
                <a:solidFill>
                  <a:srgbClr val="EBEBEB"/>
                </a:solidFill>
              </a:rPr>
              <a:t>Summary of Key Findings</a:t>
            </a:r>
          </a:p>
        </p:txBody>
      </p:sp>
      <p:sp>
        <p:nvSpPr>
          <p:cNvPr id="6" name="Content Placeholder 5">
            <a:extLst>
              <a:ext uri="{FF2B5EF4-FFF2-40B4-BE49-F238E27FC236}">
                <a16:creationId xmlns:a16="http://schemas.microsoft.com/office/drawing/2014/main" id="{5101810A-ED66-3F92-0C9E-D0E83C12C692}"/>
              </a:ext>
            </a:extLst>
          </p:cNvPr>
          <p:cNvSpPr>
            <a:spLocks noGrp="1"/>
          </p:cNvSpPr>
          <p:nvPr>
            <p:ph idx="1"/>
          </p:nvPr>
        </p:nvSpPr>
        <p:spPr>
          <a:xfrm>
            <a:off x="1262378" y="2757942"/>
            <a:ext cx="6619244" cy="3261857"/>
          </a:xfrm>
        </p:spPr>
        <p:txBody>
          <a:bodyPr>
            <a:normAutofit/>
          </a:bodyPr>
          <a:lstStyle/>
          <a:p>
            <a:r>
              <a:rPr lang="en-US" sz="1700">
                <a:solidFill>
                  <a:srgbClr val="404040"/>
                </a:solidFill>
              </a:rPr>
              <a:t>The </a:t>
            </a:r>
            <a:r>
              <a:rPr lang="en-US" sz="1700" b="1">
                <a:solidFill>
                  <a:srgbClr val="404040"/>
                </a:solidFill>
              </a:rPr>
              <a:t>Weather Temperature &amp; Health Care Analysis</a:t>
            </a:r>
            <a:r>
              <a:rPr lang="en-US" sz="1700">
                <a:solidFill>
                  <a:srgbClr val="404040"/>
                </a:solidFill>
              </a:rPr>
              <a:t> project aims to explore the relationship between environmental factors and human health. The study investigates how weather conditions, such as </a:t>
            </a:r>
            <a:r>
              <a:rPr lang="en-US" sz="1700" b="1">
                <a:solidFill>
                  <a:srgbClr val="404040"/>
                </a:solidFill>
              </a:rPr>
              <a:t>temperature, humidity, wind speed, and dew point</a:t>
            </a:r>
            <a:r>
              <a:rPr lang="en-US" sz="1700">
                <a:solidFill>
                  <a:srgbClr val="404040"/>
                </a:solidFill>
              </a:rPr>
              <a:t>, impact key health parameters like </a:t>
            </a:r>
            <a:r>
              <a:rPr lang="en-US" sz="1700" b="1">
                <a:solidFill>
                  <a:srgbClr val="404040"/>
                </a:solidFill>
              </a:rPr>
              <a:t>heart rate, body temperature, and blood pressure</a:t>
            </a:r>
            <a:r>
              <a:rPr lang="en-US" sz="1700">
                <a:solidFill>
                  <a:srgbClr val="404040"/>
                </a:solidFill>
              </a:rPr>
              <a:t>.</a:t>
            </a:r>
          </a:p>
          <a:p>
            <a:endParaRPr lang="en-US" sz="1700">
              <a:solidFill>
                <a:srgbClr val="40404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38ABDB68-E3D5-448E-97D3-06FFEF680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45" name="Freeform 5">
            <a:extLst>
              <a:ext uri="{FF2B5EF4-FFF2-40B4-BE49-F238E27FC236}">
                <a16:creationId xmlns:a16="http://schemas.microsoft.com/office/drawing/2014/main" id="{B8DD7FEB-D9F3-4F5B-982C-36B0664D0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620146"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47" name="Freeform 5">
            <a:extLst>
              <a:ext uri="{FF2B5EF4-FFF2-40B4-BE49-F238E27FC236}">
                <a16:creationId xmlns:a16="http://schemas.microsoft.com/office/drawing/2014/main" id="{96BA11E4-0636-4FA9-A836-2A4FB1764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5843FEE1-0764-FD3E-F654-107CDF6B8DD0}"/>
              </a:ext>
            </a:extLst>
          </p:cNvPr>
          <p:cNvSpPr>
            <a:spLocks noGrp="1"/>
          </p:cNvSpPr>
          <p:nvPr>
            <p:ph type="title"/>
          </p:nvPr>
        </p:nvSpPr>
        <p:spPr>
          <a:xfrm>
            <a:off x="479323" y="629265"/>
            <a:ext cx="4554582" cy="1622322"/>
          </a:xfrm>
        </p:spPr>
        <p:txBody>
          <a:bodyPr>
            <a:normAutofit/>
          </a:bodyPr>
          <a:lstStyle/>
          <a:p>
            <a:r>
              <a:rPr lang="en-US">
                <a:solidFill>
                  <a:srgbClr val="EBEBEB"/>
                </a:solidFill>
              </a:rPr>
              <a:t>Implementation</a:t>
            </a:r>
          </a:p>
        </p:txBody>
      </p:sp>
      <p:sp>
        <p:nvSpPr>
          <p:cNvPr id="49" name="Freeform: Shape 48">
            <a:extLst>
              <a:ext uri="{FF2B5EF4-FFF2-40B4-BE49-F238E27FC236}">
                <a16:creationId xmlns:a16="http://schemas.microsoft.com/office/drawing/2014/main" id="{5681882E-BDD0-4311-AF62-E80196285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960868" y="1590205"/>
            <a:ext cx="6053670" cy="3677591"/>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pic>
        <p:nvPicPr>
          <p:cNvPr id="7" name="Graphic 6" descr="Database">
            <a:extLst>
              <a:ext uri="{FF2B5EF4-FFF2-40B4-BE49-F238E27FC236}">
                <a16:creationId xmlns:a16="http://schemas.microsoft.com/office/drawing/2014/main" id="{CFE39143-C072-E04E-E082-14DBFBD663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3669" y="1890796"/>
            <a:ext cx="3093988" cy="3093988"/>
          </a:xfrm>
          <a:prstGeom prst="rect">
            <a:avLst/>
          </a:prstGeom>
        </p:spPr>
      </p:pic>
      <p:sp>
        <p:nvSpPr>
          <p:cNvPr id="51" name="Rectangle 50">
            <a:extLst>
              <a:ext uri="{FF2B5EF4-FFF2-40B4-BE49-F238E27FC236}">
                <a16:creationId xmlns:a16="http://schemas.microsoft.com/office/drawing/2014/main" id="{EADD3260-4BDA-459B-A162-5E1B897E3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Oval 52">
            <a:extLst>
              <a:ext uri="{FF2B5EF4-FFF2-40B4-BE49-F238E27FC236}">
                <a16:creationId xmlns:a16="http://schemas.microsoft.com/office/drawing/2014/main" id="{283DA7DD-CA37-4ED7-8710-48E56B06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Oval 54">
            <a:extLst>
              <a:ext uri="{FF2B5EF4-FFF2-40B4-BE49-F238E27FC236}">
                <a16:creationId xmlns:a16="http://schemas.microsoft.com/office/drawing/2014/main" id="{B92F2E3C-66CD-4DEB-BA14-2A5912B65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Content Placeholder 2">
            <a:extLst>
              <a:ext uri="{FF2B5EF4-FFF2-40B4-BE49-F238E27FC236}">
                <a16:creationId xmlns:a16="http://schemas.microsoft.com/office/drawing/2014/main" id="{44376255-8D40-75F6-AA8D-192FA81A810A}"/>
              </a:ext>
            </a:extLst>
          </p:cNvPr>
          <p:cNvSpPr>
            <a:spLocks noGrp="1"/>
          </p:cNvSpPr>
          <p:nvPr>
            <p:ph idx="1"/>
          </p:nvPr>
        </p:nvSpPr>
        <p:spPr>
          <a:xfrm>
            <a:off x="479323" y="2418735"/>
            <a:ext cx="4554582" cy="3811740"/>
          </a:xfrm>
        </p:spPr>
        <p:txBody>
          <a:bodyPr anchor="ctr">
            <a:normAutofit/>
          </a:bodyPr>
          <a:lstStyle/>
          <a:p>
            <a:pPr>
              <a:lnSpc>
                <a:spcPct val="90000"/>
              </a:lnSpc>
            </a:pPr>
            <a:r>
              <a:rPr lang="en-US" dirty="0">
                <a:solidFill>
                  <a:srgbClr val="FFFFFF"/>
                </a:solidFill>
              </a:rPr>
              <a:t>The implementation chapter describes the process of transforming the raw data into meaningful insights using the selected software tools </a:t>
            </a:r>
          </a:p>
          <a:p>
            <a:pPr>
              <a:lnSpc>
                <a:spcPct val="90000"/>
              </a:lnSpc>
            </a:pPr>
            <a:r>
              <a:rPr lang="en-US" b="1" dirty="0">
                <a:solidFill>
                  <a:srgbClr val="FFFFFF"/>
                </a:solidFill>
              </a:rPr>
              <a:t>Data Cleaning and Preparation</a:t>
            </a:r>
            <a:r>
              <a:rPr lang="en-US" dirty="0">
                <a:solidFill>
                  <a:srgbClr val="FFFFFF"/>
                </a:solidFill>
              </a:rPr>
              <a:t>: Removing duplicates, handling missing values, and ensuring data consistency.</a:t>
            </a:r>
          </a:p>
          <a:p>
            <a:pPr>
              <a:lnSpc>
                <a:spcPct val="90000"/>
              </a:lnSpc>
            </a:pPr>
            <a:r>
              <a:rPr lang="en-US" b="1" dirty="0">
                <a:solidFill>
                  <a:srgbClr val="FFFFFF"/>
                </a:solidFill>
              </a:rPr>
              <a:t>Dashboard</a:t>
            </a:r>
            <a:r>
              <a:rPr lang="en-US" dirty="0">
                <a:solidFill>
                  <a:srgbClr val="FFFFFF"/>
                </a:solidFill>
              </a:rPr>
              <a:t> </a:t>
            </a:r>
            <a:r>
              <a:rPr lang="en-US" b="1" dirty="0">
                <a:solidFill>
                  <a:srgbClr val="FFFFFF"/>
                </a:solidFill>
              </a:rPr>
              <a:t>Creation</a:t>
            </a:r>
            <a:r>
              <a:rPr lang="en-US" dirty="0">
                <a:solidFill>
                  <a:srgbClr val="FFFFFF"/>
                </a:solidFill>
              </a:rPr>
              <a:t>: Building the dashboard pages, integrating charts, and ensuring user interactivity.</a:t>
            </a:r>
          </a:p>
        </p:txBody>
      </p:sp>
    </p:spTree>
    <p:extLst>
      <p:ext uri="{BB962C8B-B14F-4D97-AF65-F5344CB8AC3E}">
        <p14:creationId xmlns:p14="http://schemas.microsoft.com/office/powerpoint/2010/main" val="248483556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A85C1984-0129-F798-4FAA-41ED7FFB24DF}"/>
              </a:ext>
            </a:extLst>
          </p:cNvPr>
          <p:cNvPicPr>
            <a:picLocks noChangeAspect="1"/>
          </p:cNvPicPr>
          <p:nvPr/>
        </p:nvPicPr>
        <p:blipFill>
          <a:blip r:embed="rId2"/>
          <a:srcRect r="8491" b="-1"/>
          <a:stretch/>
        </p:blipFill>
        <p:spPr>
          <a:xfrm>
            <a:off x="357813" y="466162"/>
            <a:ext cx="8428374" cy="3937502"/>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2"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2142" y="3128074"/>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dirty="0">
              <a:solidFill>
                <a:schemeClr val="tx1"/>
              </a:solidFill>
            </a:endParaRPr>
          </a:p>
        </p:txBody>
      </p:sp>
      <p:sp>
        <p:nvSpPr>
          <p:cNvPr id="23" name="Freeform: Shape 22">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58392"/>
            <a:ext cx="9144000" cy="3033446"/>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5">
            <a:extLst>
              <a:ext uri="{FF2B5EF4-FFF2-40B4-BE49-F238E27FC236}">
                <a16:creationId xmlns:a16="http://schemas.microsoft.com/office/drawing/2014/main" id="{C91E93A7-6C7F-4F77-9CB0-280D958E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AD9C0F22-DD3B-7FD3-C6C6-D00FEC0FFD1F}"/>
              </a:ext>
            </a:extLst>
          </p:cNvPr>
          <p:cNvSpPr>
            <a:spLocks noGrp="1"/>
          </p:cNvSpPr>
          <p:nvPr>
            <p:ph type="title"/>
          </p:nvPr>
        </p:nvSpPr>
        <p:spPr>
          <a:xfrm>
            <a:off x="866216" y="4110824"/>
            <a:ext cx="3761443" cy="1908975"/>
          </a:xfrm>
        </p:spPr>
        <p:txBody>
          <a:bodyPr>
            <a:normAutofit/>
          </a:bodyPr>
          <a:lstStyle/>
          <a:p>
            <a:r>
              <a:rPr lang="en-US">
                <a:solidFill>
                  <a:schemeClr val="tx1"/>
                </a:solidFill>
              </a:rPr>
              <a:t>DATA MODEL</a:t>
            </a:r>
          </a:p>
        </p:txBody>
      </p:sp>
      <p:sp>
        <p:nvSpPr>
          <p:cNvPr id="9" name="Content Placeholder 8">
            <a:extLst>
              <a:ext uri="{FF2B5EF4-FFF2-40B4-BE49-F238E27FC236}">
                <a16:creationId xmlns:a16="http://schemas.microsoft.com/office/drawing/2014/main" id="{FF56DB8D-F7C4-A9C7-DDC0-E4B1106E1B64}"/>
              </a:ext>
            </a:extLst>
          </p:cNvPr>
          <p:cNvSpPr>
            <a:spLocks noGrp="1"/>
          </p:cNvSpPr>
          <p:nvPr>
            <p:ph idx="1"/>
          </p:nvPr>
        </p:nvSpPr>
        <p:spPr>
          <a:xfrm>
            <a:off x="3697357" y="4110823"/>
            <a:ext cx="4846005" cy="2139293"/>
          </a:xfrm>
        </p:spPr>
        <p:txBody>
          <a:bodyPr anchor="ctr">
            <a:normAutofit/>
          </a:bodyPr>
          <a:lstStyle/>
          <a:p>
            <a:r>
              <a:rPr lang="en-US" dirty="0"/>
              <a:t>The </a:t>
            </a:r>
            <a:r>
              <a:rPr lang="en-US" b="1" dirty="0"/>
              <a:t>data model</a:t>
            </a:r>
            <a:r>
              <a:rPr lang="en-US" dirty="0"/>
              <a:t> for this project is structured to analyze the relationship between weather conditions and human health. The dataset consists of </a:t>
            </a:r>
            <a:r>
              <a:rPr lang="en-US" b="1" dirty="0"/>
              <a:t>patient health records</a:t>
            </a:r>
            <a:r>
              <a:rPr lang="en-US" dirty="0"/>
              <a:t> and </a:t>
            </a:r>
            <a:r>
              <a:rPr lang="en-US" b="1" dirty="0"/>
              <a:t>weather data</a:t>
            </a:r>
            <a:r>
              <a:rPr lang="en-US" dirty="0"/>
              <a:t>, linked through the </a:t>
            </a:r>
            <a:r>
              <a:rPr lang="en-US" b="1" dirty="0"/>
              <a:t>Date time attribute</a:t>
            </a:r>
            <a:r>
              <a:rPr lang="en-US" dirty="0"/>
              <a:t>.</a:t>
            </a:r>
            <a:endParaRPr lang="en-US" dirty="0">
              <a:solidFill>
                <a:schemeClr val="tx1"/>
              </a:solidFill>
            </a:endParaRPr>
          </a:p>
        </p:txBody>
      </p:sp>
    </p:spTree>
    <p:extLst>
      <p:ext uri="{BB962C8B-B14F-4D97-AF65-F5344CB8AC3E}">
        <p14:creationId xmlns:p14="http://schemas.microsoft.com/office/powerpoint/2010/main" val="332006201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6" name="Rectangle 15">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8628AAC0-1911-3FAF-EDAF-02F4E13DC5DB}"/>
              </a:ext>
            </a:extLst>
          </p:cNvPr>
          <p:cNvSpPr>
            <a:spLocks noGrp="1"/>
          </p:cNvSpPr>
          <p:nvPr>
            <p:ph type="title"/>
          </p:nvPr>
        </p:nvSpPr>
        <p:spPr>
          <a:xfrm>
            <a:off x="866215" y="973668"/>
            <a:ext cx="6571060" cy="706964"/>
          </a:xfrm>
        </p:spPr>
        <p:txBody>
          <a:bodyPr>
            <a:normAutofit/>
          </a:bodyPr>
          <a:lstStyle/>
          <a:p>
            <a:pPr>
              <a:lnSpc>
                <a:spcPct val="90000"/>
              </a:lnSpc>
            </a:pPr>
            <a:r>
              <a:rPr lang="en-US" sz="2200" b="1">
                <a:solidFill>
                  <a:srgbClr val="FFFFFF"/>
                </a:solidFill>
              </a:rPr>
              <a:t>Data Processing Workflow</a:t>
            </a:r>
            <a:br>
              <a:rPr lang="en-US" sz="2200" b="1">
                <a:solidFill>
                  <a:srgbClr val="FFFFFF"/>
                </a:solidFill>
              </a:rPr>
            </a:br>
            <a:endParaRPr lang="en-US" sz="2200">
              <a:solidFill>
                <a:srgbClr val="FFFFFF"/>
              </a:solidFill>
            </a:endParaRPr>
          </a:p>
        </p:txBody>
      </p:sp>
      <p:sp>
        <p:nvSpPr>
          <p:cNvPr id="18" name="Rectangle 17">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19" name="Content Placeholder 2">
            <a:extLst>
              <a:ext uri="{FF2B5EF4-FFF2-40B4-BE49-F238E27FC236}">
                <a16:creationId xmlns:a16="http://schemas.microsoft.com/office/drawing/2014/main" id="{7F697F0C-50F4-8F81-AE6B-1A508FC47546}"/>
              </a:ext>
            </a:extLst>
          </p:cNvPr>
          <p:cNvGraphicFramePr>
            <a:graphicFrameLocks noGrp="1"/>
          </p:cNvGraphicFramePr>
          <p:nvPr>
            <p:ph idx="1"/>
            <p:extLst>
              <p:ext uri="{D42A27DB-BD31-4B8C-83A1-F6EECF244321}">
                <p14:modId xmlns:p14="http://schemas.microsoft.com/office/powerpoint/2010/main" val="555782688"/>
              </p:ext>
            </p:extLst>
          </p:nvPr>
        </p:nvGraphicFramePr>
        <p:xfrm>
          <a:off x="965200" y="2324100"/>
          <a:ext cx="7219037"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308958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7" name="Rectangle 16">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3E7F7113-2869-1FCE-A038-643E8E9711C9}"/>
              </a:ext>
            </a:extLst>
          </p:cNvPr>
          <p:cNvSpPr>
            <a:spLocks noGrp="1"/>
          </p:cNvSpPr>
          <p:nvPr>
            <p:ph type="title"/>
          </p:nvPr>
        </p:nvSpPr>
        <p:spPr>
          <a:xfrm>
            <a:off x="866215" y="973668"/>
            <a:ext cx="6571060" cy="706964"/>
          </a:xfrm>
        </p:spPr>
        <p:txBody>
          <a:bodyPr>
            <a:normAutofit/>
          </a:bodyPr>
          <a:lstStyle/>
          <a:p>
            <a:pPr>
              <a:lnSpc>
                <a:spcPct val="90000"/>
              </a:lnSpc>
            </a:pPr>
            <a:r>
              <a:rPr lang="en-US" sz="2700">
                <a:solidFill>
                  <a:srgbClr val="FFFFFF"/>
                </a:solidFill>
              </a:rPr>
              <a:t>Impact of Temperature on Body Vitals</a:t>
            </a:r>
          </a:p>
        </p:txBody>
      </p:sp>
      <p:sp>
        <p:nvSpPr>
          <p:cNvPr id="20" name="Rectangle 19">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11" name="Content Placeholder 2">
            <a:extLst>
              <a:ext uri="{FF2B5EF4-FFF2-40B4-BE49-F238E27FC236}">
                <a16:creationId xmlns:a16="http://schemas.microsoft.com/office/drawing/2014/main" id="{1B489B52-D04E-802C-A9F1-030CAABEAC77}"/>
              </a:ext>
            </a:extLst>
          </p:cNvPr>
          <p:cNvGraphicFramePr>
            <a:graphicFrameLocks noGrp="1"/>
          </p:cNvGraphicFramePr>
          <p:nvPr>
            <p:ph idx="1"/>
            <p:extLst>
              <p:ext uri="{D42A27DB-BD31-4B8C-83A1-F6EECF244321}">
                <p14:modId xmlns:p14="http://schemas.microsoft.com/office/powerpoint/2010/main" val="2901674821"/>
              </p:ext>
            </p:extLst>
          </p:nvPr>
        </p:nvGraphicFramePr>
        <p:xfrm>
          <a:off x="965200" y="2324100"/>
          <a:ext cx="7219037"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341984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4FA3-0965-64AE-AC8D-3BD9FECF6A15}"/>
              </a:ext>
            </a:extLst>
          </p:cNvPr>
          <p:cNvSpPr>
            <a:spLocks noGrp="1"/>
          </p:cNvSpPr>
          <p:nvPr>
            <p:ph type="title"/>
          </p:nvPr>
        </p:nvSpPr>
        <p:spPr/>
        <p:txBody>
          <a:bodyPr/>
          <a:lstStyle/>
          <a:p>
            <a:r>
              <a:rPr lang="en-US" dirty="0"/>
              <a:t>Heart Rate VS Age</a:t>
            </a:r>
          </a:p>
        </p:txBody>
      </p:sp>
      <p:pic>
        <p:nvPicPr>
          <p:cNvPr id="4" name="Picture 3">
            <a:extLst>
              <a:ext uri="{FF2B5EF4-FFF2-40B4-BE49-F238E27FC236}">
                <a16:creationId xmlns:a16="http://schemas.microsoft.com/office/drawing/2014/main" id="{3885CD4B-018E-974C-C01C-CF1000FC28C9}"/>
              </a:ext>
            </a:extLst>
          </p:cNvPr>
          <p:cNvPicPr>
            <a:picLocks noChangeAspect="1"/>
          </p:cNvPicPr>
          <p:nvPr/>
        </p:nvPicPr>
        <p:blipFill>
          <a:blip r:embed="rId2"/>
          <a:stretch>
            <a:fillRect/>
          </a:stretch>
        </p:blipFill>
        <p:spPr>
          <a:xfrm>
            <a:off x="5869859" y="2828158"/>
            <a:ext cx="3025402" cy="1996613"/>
          </a:xfrm>
          <a:prstGeom prst="rect">
            <a:avLst/>
          </a:prstGeom>
        </p:spPr>
      </p:pic>
      <p:sp>
        <p:nvSpPr>
          <p:cNvPr id="12" name="Rectangle 2">
            <a:extLst>
              <a:ext uri="{FF2B5EF4-FFF2-40B4-BE49-F238E27FC236}">
                <a16:creationId xmlns:a16="http://schemas.microsoft.com/office/drawing/2014/main" id="{786CB2B1-D712-BE7C-293B-67B1F6E1FA03}"/>
              </a:ext>
            </a:extLst>
          </p:cNvPr>
          <p:cNvSpPr>
            <a:spLocks noGrp="1" noChangeArrowheads="1"/>
          </p:cNvSpPr>
          <p:nvPr>
            <p:ph idx="1"/>
          </p:nvPr>
        </p:nvSpPr>
        <p:spPr bwMode="auto">
          <a:xfrm>
            <a:off x="383458" y="2715756"/>
            <a:ext cx="529958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chart shows </a:t>
            </a:r>
            <a:r>
              <a:rPr kumimoji="0" lang="en-US" altLang="en-US" sz="1800" b="1" i="0" u="none" strike="noStrike" cap="none" normalizeH="0" baseline="0" dirty="0">
                <a:ln>
                  <a:noFill/>
                </a:ln>
                <a:solidFill>
                  <a:schemeClr val="tx1"/>
                </a:solidFill>
                <a:effectLst/>
                <a:latin typeface="Arial" panose="020B0604020202020204" pitchFamily="34" charset="0"/>
              </a:rPr>
              <a:t>heart rate fluctuations across different age groups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middle-aged individuals (40-60 years)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experiencing the highest variability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Younger individuals generally have a </a:t>
            </a:r>
            <a:r>
              <a:rPr kumimoji="0" lang="en-US" altLang="en-US" sz="1800" b="1" i="0" u="none" strike="noStrike" cap="none" normalizeH="0" baseline="0" dirty="0">
                <a:ln>
                  <a:noFill/>
                </a:ln>
                <a:solidFill>
                  <a:schemeClr val="tx1"/>
                </a:solidFill>
                <a:effectLst/>
                <a:latin typeface="Arial" panose="020B0604020202020204" pitchFamily="34" charset="0"/>
              </a:rPr>
              <a:t>more stable heart rate</a:t>
            </a:r>
            <a:r>
              <a:rPr kumimoji="0" lang="en-US" altLang="en-US" sz="1800" b="0" i="0" u="none" strike="noStrike" cap="none" normalizeH="0" baseline="0" dirty="0">
                <a:ln>
                  <a:noFill/>
                </a:ln>
                <a:solidFill>
                  <a:schemeClr val="tx1"/>
                </a:solidFill>
                <a:effectLst/>
                <a:latin typeface="Arial" panose="020B0604020202020204" pitchFamily="34" charset="0"/>
              </a:rPr>
              <a:t>, while older adults show </a:t>
            </a:r>
            <a:r>
              <a:rPr kumimoji="0" lang="en-US" altLang="en-US" sz="1800" b="1" i="0" u="none" strike="noStrike" cap="none" normalizeH="0" baseline="0" dirty="0">
                <a:ln>
                  <a:noFill/>
                </a:ln>
                <a:solidFill>
                  <a:schemeClr val="tx1"/>
                </a:solidFill>
                <a:effectLst/>
                <a:latin typeface="Arial" panose="020B0604020202020204" pitchFamily="34" charset="0"/>
              </a:rPr>
              <a:t>moderate fluctuations due to declining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cardiovascular efficiency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These variations could be influenced by </a:t>
            </a:r>
            <a:r>
              <a:rPr kumimoji="0" lang="en-US" altLang="en-US" sz="1800" b="1" i="0" u="none" strike="noStrike" cap="none" normalizeH="0" baseline="0" dirty="0">
                <a:ln>
                  <a:noFill/>
                </a:ln>
                <a:solidFill>
                  <a:schemeClr val="tx1"/>
                </a:solidFill>
                <a:effectLst/>
                <a:latin typeface="Arial" panose="020B0604020202020204" pitchFamily="34" charset="0"/>
              </a:rPr>
              <a:t>lifestyle,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stress, and external factors like temperature and humidity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465036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44220-4B2C-80CF-8315-42E9DE8EF949}"/>
              </a:ext>
            </a:extLst>
          </p:cNvPr>
          <p:cNvSpPr>
            <a:spLocks noGrp="1"/>
          </p:cNvSpPr>
          <p:nvPr>
            <p:ph type="title"/>
          </p:nvPr>
        </p:nvSpPr>
        <p:spPr>
          <a:xfrm>
            <a:off x="866215" y="973668"/>
            <a:ext cx="6571060" cy="706964"/>
          </a:xfrm>
        </p:spPr>
        <p:txBody>
          <a:bodyPr>
            <a:normAutofit/>
          </a:bodyPr>
          <a:lstStyle/>
          <a:p>
            <a:r>
              <a:rPr lang="en-US">
                <a:solidFill>
                  <a:srgbClr val="EBEBEB"/>
                </a:solidFill>
              </a:rPr>
              <a:t>Count by Blood Type</a:t>
            </a:r>
          </a:p>
        </p:txBody>
      </p:sp>
      <p:sp>
        <p:nvSpPr>
          <p:cNvPr id="4" name="Rectangle 1">
            <a:extLst>
              <a:ext uri="{FF2B5EF4-FFF2-40B4-BE49-F238E27FC236}">
                <a16:creationId xmlns:a16="http://schemas.microsoft.com/office/drawing/2014/main" id="{879F13B5-EFF3-BB94-58FB-5CBB06DDD572}"/>
              </a:ext>
            </a:extLst>
          </p:cNvPr>
          <p:cNvSpPr>
            <a:spLocks noGrp="1" noChangeArrowheads="1"/>
          </p:cNvSpPr>
          <p:nvPr>
            <p:ph idx="1"/>
          </p:nvPr>
        </p:nvSpPr>
        <p:spPr bwMode="auto">
          <a:xfrm>
            <a:off x="866215" y="2603500"/>
            <a:ext cx="4797985" cy="34163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b="0" i="0" u="none" strike="noStrike" cap="none" normalizeH="0" baseline="0" dirty="0">
                <a:ln>
                  <a:noFill/>
                </a:ln>
                <a:effectLst/>
                <a:latin typeface="Arial" panose="020B0604020202020204" pitchFamily="34" charset="0"/>
              </a:rPr>
              <a:t>This chart represents the </a:t>
            </a:r>
            <a:r>
              <a:rPr kumimoji="0" lang="en-US" altLang="en-US" b="1" i="0" u="none" strike="noStrike" cap="none" normalizeH="0" baseline="0" dirty="0">
                <a:ln>
                  <a:noFill/>
                </a:ln>
                <a:effectLst/>
                <a:latin typeface="Arial" panose="020B0604020202020204" pitchFamily="34" charset="0"/>
              </a:rPr>
              <a:t>distribution of patients across </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b="1" i="0" u="none" strike="noStrike" cap="none" normalizeH="0" baseline="0" dirty="0">
                <a:ln>
                  <a:noFill/>
                </a:ln>
                <a:effectLst/>
                <a:latin typeface="Arial" panose="020B0604020202020204" pitchFamily="34" charset="0"/>
              </a:rPr>
              <a:t>different blood types</a:t>
            </a:r>
            <a:r>
              <a:rPr kumimoji="0" lang="en-US" altLang="en-US" b="0" i="0" u="none" strike="noStrike" cap="none" normalizeH="0" baseline="0" dirty="0">
                <a:ln>
                  <a:noFill/>
                </a:ln>
                <a:effectLst/>
                <a:latin typeface="Arial" panose="020B0604020202020204" pitchFamily="34" charset="0"/>
              </a:rPr>
              <a:t>, highlighting which blood group is most prevalent in the dataset.</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b="0" i="0" u="none" strike="noStrike" cap="none" normalizeH="0" baseline="0" dirty="0">
                <a:ln>
                  <a:noFill/>
                </a:ln>
                <a:effectLst/>
                <a:latin typeface="Arial" panose="020B0604020202020204" pitchFamily="34" charset="0"/>
              </a:rPr>
              <a:t>Analyzing blood type distribution helps in understanding </a:t>
            </a:r>
            <a:r>
              <a:rPr kumimoji="0" lang="en-US" altLang="en-US" b="1" i="0" u="none" strike="noStrike" cap="none" normalizeH="0" baseline="0" dirty="0">
                <a:ln>
                  <a:noFill/>
                </a:ln>
                <a:effectLst/>
                <a:latin typeface="Arial" panose="020B0604020202020204" pitchFamily="34" charset="0"/>
              </a:rPr>
              <a:t>health trends, disease susceptibility, and potential variations in response to environmental factors</a:t>
            </a:r>
            <a:r>
              <a:rPr kumimoji="0" lang="en-US" altLang="en-US" b="0" i="0" u="none" strike="noStrike" cap="none" normalizeH="0" baseline="0" dirty="0">
                <a:ln>
                  <a:noFill/>
                </a:ln>
                <a:effectLst/>
                <a:latin typeface="Arial" panose="020B0604020202020204" pitchFamily="34" charset="0"/>
              </a:rPr>
              <a:t> like temperature and humidity.</a:t>
            </a:r>
          </a:p>
        </p:txBody>
      </p:sp>
      <p:pic>
        <p:nvPicPr>
          <p:cNvPr id="2051" name="Picture 3" descr="Uploaded image">
            <a:extLst>
              <a:ext uri="{FF2B5EF4-FFF2-40B4-BE49-F238E27FC236}">
                <a16:creationId xmlns:a16="http://schemas.microsoft.com/office/drawing/2014/main" id="{9FCCAF5E-9C79-88DF-68A9-B4E0F07399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15428" y="3502229"/>
            <a:ext cx="2310036" cy="1614606"/>
          </a:xfrm>
          <a:prstGeom prst="roundRect">
            <a:avLst>
              <a:gd name="adj" fmla="val 1858"/>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616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D2F2B-BC0B-CF8E-1551-F95A9D1867C8}"/>
              </a:ext>
            </a:extLst>
          </p:cNvPr>
          <p:cNvSpPr>
            <a:spLocks noGrp="1"/>
          </p:cNvSpPr>
          <p:nvPr>
            <p:ph type="title"/>
          </p:nvPr>
        </p:nvSpPr>
        <p:spPr>
          <a:xfrm>
            <a:off x="866215" y="973668"/>
            <a:ext cx="6571060" cy="706964"/>
          </a:xfrm>
        </p:spPr>
        <p:txBody>
          <a:bodyPr>
            <a:normAutofit/>
          </a:bodyPr>
          <a:lstStyle/>
          <a:p>
            <a:pPr>
              <a:lnSpc>
                <a:spcPct val="90000"/>
              </a:lnSpc>
            </a:pPr>
            <a:r>
              <a:rPr lang="en-US" sz="2200">
                <a:solidFill>
                  <a:srgbClr val="EBEBEB"/>
                </a:solidFill>
              </a:rPr>
              <a:t>Body Temperature VS Weather temperature by Age</a:t>
            </a:r>
          </a:p>
        </p:txBody>
      </p:sp>
      <p:pic>
        <p:nvPicPr>
          <p:cNvPr id="7" name="Picture 6">
            <a:extLst>
              <a:ext uri="{FF2B5EF4-FFF2-40B4-BE49-F238E27FC236}">
                <a16:creationId xmlns:a16="http://schemas.microsoft.com/office/drawing/2014/main" id="{64429AC3-980C-DDDD-CD30-63AD3F5855CB}"/>
              </a:ext>
            </a:extLst>
          </p:cNvPr>
          <p:cNvPicPr>
            <a:picLocks noChangeAspect="1"/>
          </p:cNvPicPr>
          <p:nvPr/>
        </p:nvPicPr>
        <p:blipFill>
          <a:blip r:embed="rId2"/>
          <a:stretch>
            <a:fillRect/>
          </a:stretch>
        </p:blipFill>
        <p:spPr>
          <a:xfrm>
            <a:off x="863600" y="3409430"/>
            <a:ext cx="3258768" cy="1800205"/>
          </a:xfrm>
          <a:prstGeom prst="roundRect">
            <a:avLst>
              <a:gd name="adj" fmla="val 1858"/>
            </a:avLst>
          </a:prstGeom>
          <a:effectLst>
            <a:outerShdw blurRad="50800" dist="50800" dir="5400000" algn="tl" rotWithShape="0">
              <a:srgbClr val="000000">
                <a:alpha val="43000"/>
              </a:srgbClr>
            </a:outerShdw>
          </a:effectLst>
        </p:spPr>
      </p:pic>
      <p:sp>
        <p:nvSpPr>
          <p:cNvPr id="8" name="Rectangle 1">
            <a:extLst>
              <a:ext uri="{FF2B5EF4-FFF2-40B4-BE49-F238E27FC236}">
                <a16:creationId xmlns:a16="http://schemas.microsoft.com/office/drawing/2014/main" id="{8C3815EF-987F-046A-9764-D504210CEC3B}"/>
              </a:ext>
            </a:extLst>
          </p:cNvPr>
          <p:cNvSpPr>
            <a:spLocks noGrp="1" noChangeArrowheads="1"/>
          </p:cNvSpPr>
          <p:nvPr>
            <p:ph idx="1"/>
          </p:nvPr>
        </p:nvSpPr>
        <p:spPr bwMode="auto">
          <a:xfrm>
            <a:off x="4286866" y="1877961"/>
            <a:ext cx="4857134" cy="400637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endParaRPr lang="en-US" altLang="en-US" sz="1600" dirty="0">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endParaRPr lang="en-US" altLang="en-US" sz="1600" dirty="0">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endParaRPr lang="en-US" altLang="en-US" sz="1600" dirty="0">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0" i="0" u="none" strike="noStrike" cap="none" normalizeH="0" baseline="0" dirty="0">
                <a:ln>
                  <a:noFill/>
                </a:ln>
                <a:effectLst/>
                <a:latin typeface="Arial" panose="020B0604020202020204" pitchFamily="34" charset="0"/>
              </a:rPr>
              <a:t>This chart shows the </a:t>
            </a:r>
            <a:r>
              <a:rPr kumimoji="0" lang="en-US" altLang="en-US" sz="1600" b="1" i="0" u="none" strike="noStrike" cap="none" normalizeH="0" baseline="0" dirty="0">
                <a:ln>
                  <a:noFill/>
                </a:ln>
                <a:effectLst/>
                <a:latin typeface="Arial" panose="020B0604020202020204" pitchFamily="34" charset="0"/>
              </a:rPr>
              <a:t>relationship between body temperature and weather temperature across different age groups</a:t>
            </a:r>
            <a:r>
              <a:rPr kumimoji="0" lang="en-US" altLang="en-US" sz="16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0" i="0" u="none" strike="noStrike" cap="none" normalizeH="0" baseline="0" dirty="0">
                <a:ln>
                  <a:noFill/>
                </a:ln>
                <a:effectLst/>
                <a:latin typeface="Arial" panose="020B0604020202020204" pitchFamily="34" charset="0"/>
              </a:rPr>
              <a:t>The fluctuations indicate that </a:t>
            </a:r>
            <a:r>
              <a:rPr kumimoji="0" lang="en-US" altLang="en-US" sz="1600" b="1" i="0" u="none" strike="noStrike" cap="none" normalizeH="0" baseline="0" dirty="0">
                <a:ln>
                  <a:noFill/>
                </a:ln>
                <a:effectLst/>
                <a:latin typeface="Arial" panose="020B0604020202020204" pitchFamily="34" charset="0"/>
              </a:rPr>
              <a:t>body temperature varies with weather changes</a:t>
            </a:r>
            <a:r>
              <a:rPr kumimoji="0" lang="en-US" altLang="en-US" sz="1600" b="0" i="0" u="none" strike="noStrike" cap="none" normalizeH="0" baseline="0" dirty="0">
                <a:ln>
                  <a:noFill/>
                </a:ln>
                <a:effectLst/>
                <a:latin typeface="Arial" panose="020B0604020202020204" pitchFamily="34" charset="0"/>
              </a:rPr>
              <a:t>, with some age groups being more sensitive to external temperature shifts.</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0" i="0" u="none" strike="noStrike" cap="none" normalizeH="0" baseline="0" dirty="0">
                <a:ln>
                  <a:noFill/>
                </a:ln>
                <a:effectLst/>
                <a:latin typeface="Arial" panose="020B0604020202020204" pitchFamily="34" charset="0"/>
              </a:rPr>
              <a:t>Understanding this correlation can help in</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1" i="0" u="none" strike="noStrike" cap="none" normalizeH="0" baseline="0" dirty="0">
                <a:ln>
                  <a:noFill/>
                </a:ln>
                <a:effectLst/>
                <a:latin typeface="Arial" panose="020B0604020202020204" pitchFamily="34" charset="0"/>
              </a:rPr>
              <a:t>predicting temperature-related health risks and </a:t>
            </a:r>
          </a:p>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1" i="0" u="none" strike="noStrike" cap="none" normalizeH="0" baseline="0" dirty="0">
                <a:ln>
                  <a:noFill/>
                </a:ln>
                <a:effectLst/>
                <a:latin typeface="Arial" panose="020B0604020202020204" pitchFamily="34" charset="0"/>
              </a:rPr>
              <a:t>improving adaptive healthcare strategies</a:t>
            </a:r>
            <a:r>
              <a:rPr kumimoji="0" lang="en-US" altLang="en-US" sz="1600" b="0" i="0" u="none" strike="noStrike" cap="none" normalizeH="0" baseline="0" dirty="0">
                <a:ln>
                  <a:noFill/>
                </a:ln>
                <a:effectLst/>
                <a:latin typeface="Arial" panose="020B0604020202020204" pitchFamily="34" charset="0"/>
              </a:rPr>
              <a:t>.</a:t>
            </a:r>
          </a:p>
        </p:txBody>
      </p:sp>
    </p:spTree>
    <p:extLst>
      <p:ext uri="{BB962C8B-B14F-4D97-AF65-F5344CB8AC3E}">
        <p14:creationId xmlns:p14="http://schemas.microsoft.com/office/powerpoint/2010/main" val="615240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Rectangle 74">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76" name="Rectangle 75">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599" y="801794"/>
            <a:ext cx="8250178"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descr="image.png"/>
          <p:cNvPicPr>
            <a:picLocks noChangeAspect="1"/>
          </p:cNvPicPr>
          <p:nvPr/>
        </p:nvPicPr>
        <p:blipFill>
          <a:blip r:embed="rId2"/>
          <a:stretch>
            <a:fillRect/>
          </a:stretch>
        </p:blipFill>
        <p:spPr>
          <a:xfrm>
            <a:off x="844549" y="1487910"/>
            <a:ext cx="7526278" cy="38760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113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33" name="Freeform: Shape 3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706465" y="1335800"/>
            <a:ext cx="6053670" cy="4186400"/>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34"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BAD45DEF-2E16-8A6D-BE40-C0A0C060D176}"/>
              </a:ext>
            </a:extLst>
          </p:cNvPr>
          <p:cNvSpPr>
            <a:spLocks noGrp="1"/>
          </p:cNvSpPr>
          <p:nvPr>
            <p:ph type="title"/>
          </p:nvPr>
        </p:nvSpPr>
        <p:spPr>
          <a:xfrm>
            <a:off x="479323" y="629265"/>
            <a:ext cx="3849329" cy="1622322"/>
          </a:xfrm>
        </p:spPr>
        <p:txBody>
          <a:bodyPr>
            <a:normAutofit/>
          </a:bodyPr>
          <a:lstStyle/>
          <a:p>
            <a:r>
              <a:rPr lang="en-US">
                <a:solidFill>
                  <a:srgbClr val="EBEBEB"/>
                </a:solidFill>
              </a:rPr>
              <a:t>Key Findings &amp; Observations</a:t>
            </a:r>
          </a:p>
        </p:txBody>
      </p:sp>
      <p:pic>
        <p:nvPicPr>
          <p:cNvPr id="35" name="Graphic 34" descr="Heart with Pulse">
            <a:extLst>
              <a:ext uri="{FF2B5EF4-FFF2-40B4-BE49-F238E27FC236}">
                <a16:creationId xmlns:a16="http://schemas.microsoft.com/office/drawing/2014/main" id="{BC140A79-B2B9-2451-F8BF-6775E908F3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36127" y="1627025"/>
            <a:ext cx="3621530" cy="3621530"/>
          </a:xfrm>
          <a:prstGeom prst="rect">
            <a:avLst/>
          </a:prstGeom>
        </p:spPr>
      </p:pic>
      <p:sp>
        <p:nvSpPr>
          <p:cNvPr id="36" name="Rectangle 35">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Content Placeholder 2">
            <a:extLst>
              <a:ext uri="{FF2B5EF4-FFF2-40B4-BE49-F238E27FC236}">
                <a16:creationId xmlns:a16="http://schemas.microsoft.com/office/drawing/2014/main" id="{B0B24898-4987-BD8D-5324-86ED35CEC14D}"/>
              </a:ext>
            </a:extLst>
          </p:cNvPr>
          <p:cNvSpPr>
            <a:spLocks noGrp="1"/>
          </p:cNvSpPr>
          <p:nvPr>
            <p:ph idx="1"/>
          </p:nvPr>
        </p:nvSpPr>
        <p:spPr>
          <a:xfrm>
            <a:off x="479323" y="2418735"/>
            <a:ext cx="3849329" cy="3811742"/>
          </a:xfrm>
        </p:spPr>
        <p:txBody>
          <a:bodyPr anchor="ctr">
            <a:normAutofit/>
          </a:bodyPr>
          <a:lstStyle/>
          <a:p>
            <a:pPr>
              <a:lnSpc>
                <a:spcPct val="90000"/>
              </a:lnSpc>
            </a:pPr>
            <a:r>
              <a:rPr lang="en-US">
                <a:solidFill>
                  <a:srgbClr val="FFFFFF"/>
                </a:solidFill>
              </a:rPr>
              <a:t>- Weather conditions influence human health metrics.</a:t>
            </a:r>
          </a:p>
          <a:p>
            <a:pPr>
              <a:lnSpc>
                <a:spcPct val="90000"/>
              </a:lnSpc>
            </a:pPr>
            <a:r>
              <a:rPr lang="en-US">
                <a:solidFill>
                  <a:srgbClr val="FFFFFF"/>
                </a:solidFill>
              </a:rPr>
              <a:t>- Higher humidity and temperature affect body temperature.</a:t>
            </a:r>
          </a:p>
          <a:p>
            <a:pPr>
              <a:lnSpc>
                <a:spcPct val="90000"/>
              </a:lnSpc>
            </a:pPr>
            <a:r>
              <a:rPr lang="en-US">
                <a:solidFill>
                  <a:srgbClr val="FFFFFF"/>
                </a:solidFill>
              </a:rPr>
              <a:t>- Heart rate fluctuations are observed under varying wind speeds.</a:t>
            </a:r>
          </a:p>
          <a:p>
            <a:pPr>
              <a:lnSpc>
                <a:spcPct val="90000"/>
              </a:lnSpc>
            </a:pPr>
            <a:r>
              <a:rPr lang="en-US">
                <a:solidFill>
                  <a:srgbClr val="FFFFFF"/>
                </a:solidFill>
              </a:rPr>
              <a:t>- Certain age groups and blood types show higher sensitivity to environmental changes.</a:t>
            </a:r>
          </a:p>
          <a:p>
            <a:pPr>
              <a:lnSpc>
                <a:spcPct val="90000"/>
              </a:lnSpc>
            </a:pPr>
            <a:endParaRPr lang="en-US">
              <a:solidFill>
                <a:srgbClr val="FFFFFF"/>
              </a:solidFill>
            </a:endParaRPr>
          </a:p>
        </p:txBody>
      </p:sp>
    </p:spTree>
    <p:extLst>
      <p:ext uri="{BB962C8B-B14F-4D97-AF65-F5344CB8AC3E}">
        <p14:creationId xmlns:p14="http://schemas.microsoft.com/office/powerpoint/2010/main" val="46906995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5"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Shape 1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122264" y="751601"/>
            <a:ext cx="6053670" cy="5354799"/>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9"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p:cNvSpPr>
            <a:spLocks noGrp="1"/>
          </p:cNvSpPr>
          <p:nvPr>
            <p:ph type="title"/>
          </p:nvPr>
        </p:nvSpPr>
        <p:spPr>
          <a:xfrm>
            <a:off x="745565" y="1130603"/>
            <a:ext cx="2506831" cy="4596794"/>
          </a:xfrm>
        </p:spPr>
        <p:txBody>
          <a:bodyPr anchor="ctr">
            <a:normAutofit/>
          </a:bodyPr>
          <a:lstStyle/>
          <a:p>
            <a:r>
              <a:rPr lang="en-US" sz="1800">
                <a:solidFill>
                  <a:srgbClr val="EBEBEB"/>
                </a:solidFill>
              </a:rPr>
              <a:t>Final Insights and Recommendations</a:t>
            </a:r>
          </a:p>
        </p:txBody>
      </p:sp>
      <p:sp>
        <p:nvSpPr>
          <p:cNvPr id="10" name="Rectangle 3">
            <a:extLst>
              <a:ext uri="{FF2B5EF4-FFF2-40B4-BE49-F238E27FC236}">
                <a16:creationId xmlns:a16="http://schemas.microsoft.com/office/drawing/2014/main" id="{3B056C5B-33AD-690F-CCB9-2491ECFCA9F0}"/>
              </a:ext>
            </a:extLst>
          </p:cNvPr>
          <p:cNvSpPr>
            <a:spLocks noGrp="1" noChangeArrowheads="1"/>
          </p:cNvSpPr>
          <p:nvPr>
            <p:ph idx="1"/>
          </p:nvPr>
        </p:nvSpPr>
        <p:spPr bwMode="auto">
          <a:xfrm>
            <a:off x="3967557" y="437513"/>
            <a:ext cx="4126961" cy="595432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Personalized Health Monitoring:</a:t>
            </a:r>
            <a:r>
              <a:rPr kumimoji="0" lang="en-US" altLang="en-US" sz="1400" b="0" i="0" u="none" strike="noStrike" cap="none" normalizeH="0" baseline="0" dirty="0">
                <a:ln>
                  <a:noFill/>
                </a:ln>
                <a:effectLst/>
                <a:latin typeface="Arial" panose="020B0604020202020204" pitchFamily="34" charset="0"/>
              </a:rPr>
              <a:t> Develop </a:t>
            </a:r>
            <a:r>
              <a:rPr kumimoji="0" lang="en-US" altLang="en-US" sz="1400" b="1" i="0" u="none" strike="noStrike" cap="none" normalizeH="0" baseline="0" dirty="0">
                <a:ln>
                  <a:noFill/>
                </a:ln>
                <a:effectLst/>
                <a:latin typeface="Arial" panose="020B0604020202020204" pitchFamily="34" charset="0"/>
              </a:rPr>
              <a:t>AI-powered wearable devices</a:t>
            </a:r>
            <a:r>
              <a:rPr kumimoji="0" lang="en-US" altLang="en-US" sz="1400" b="0" i="0" u="none" strike="noStrike" cap="none" normalizeH="0" baseline="0" dirty="0">
                <a:ln>
                  <a:noFill/>
                </a:ln>
                <a:effectLst/>
                <a:latin typeface="Arial" panose="020B0604020202020204" pitchFamily="34" charset="0"/>
              </a:rPr>
              <a:t> to track heart rate, body temperature, and blood pressure in response to weather changes.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Climate-Sensitive Healthcare Policies:</a:t>
            </a:r>
            <a:r>
              <a:rPr kumimoji="0" lang="en-US" altLang="en-US" sz="1400" b="0" i="0" u="none" strike="noStrike" cap="none" normalizeH="0" baseline="0" dirty="0">
                <a:ln>
                  <a:noFill/>
                </a:ln>
                <a:effectLst/>
                <a:latin typeface="Arial" panose="020B0604020202020204" pitchFamily="34" charset="0"/>
              </a:rPr>
              <a:t> Establish </a:t>
            </a:r>
            <a:r>
              <a:rPr kumimoji="0" lang="en-US" altLang="en-US" sz="1400" b="1" i="0" u="none" strike="noStrike" cap="none" normalizeH="0" baseline="0" dirty="0">
                <a:ln>
                  <a:noFill/>
                </a:ln>
                <a:effectLst/>
                <a:latin typeface="Arial" panose="020B0604020202020204" pitchFamily="34" charset="0"/>
              </a:rPr>
              <a:t>weather-adaptive guidelines</a:t>
            </a:r>
            <a:r>
              <a:rPr kumimoji="0" lang="en-US" altLang="en-US" sz="1400" b="0" i="0" u="none" strike="noStrike" cap="none" normalizeH="0" baseline="0" dirty="0">
                <a:ln>
                  <a:noFill/>
                </a:ln>
                <a:effectLst/>
                <a:latin typeface="Arial" panose="020B0604020202020204" pitchFamily="34" charset="0"/>
              </a:rPr>
              <a:t> for hospitals and vulnerable populations to reduce temperature-induced health risks.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Public Awareness Campaigns:</a:t>
            </a:r>
            <a:r>
              <a:rPr kumimoji="0" lang="en-US" altLang="en-US" sz="1400" b="0" i="0" u="none" strike="noStrike" cap="none" normalizeH="0" baseline="0" dirty="0">
                <a:ln>
                  <a:noFill/>
                </a:ln>
                <a:effectLst/>
                <a:latin typeface="Arial" panose="020B0604020202020204" pitchFamily="34" charset="0"/>
              </a:rPr>
              <a:t> Promote </a:t>
            </a:r>
            <a:r>
              <a:rPr kumimoji="0" lang="en-US" altLang="en-US" sz="1400" b="1" i="0" u="none" strike="noStrike" cap="none" normalizeH="0" baseline="0" dirty="0">
                <a:ln>
                  <a:noFill/>
                </a:ln>
                <a:effectLst/>
                <a:latin typeface="Arial" panose="020B0604020202020204" pitchFamily="34" charset="0"/>
              </a:rPr>
              <a:t>educational programs</a:t>
            </a:r>
            <a:r>
              <a:rPr kumimoji="0" lang="en-US" altLang="en-US" sz="1400" b="0" i="0" u="none" strike="noStrike" cap="none" normalizeH="0" baseline="0" dirty="0">
                <a:ln>
                  <a:noFill/>
                </a:ln>
                <a:effectLst/>
                <a:latin typeface="Arial" panose="020B0604020202020204" pitchFamily="34" charset="0"/>
              </a:rPr>
              <a:t> on hydration, temperature </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1400" b="0" i="0" u="none" strike="noStrike" cap="none" normalizeH="0" baseline="0" dirty="0">
                <a:ln>
                  <a:noFill/>
                </a:ln>
                <a:effectLst/>
                <a:latin typeface="Arial" panose="020B0604020202020204" pitchFamily="34" charset="0"/>
              </a:rPr>
              <a:t>regulation, and preventive health measures during extreme weather conditions.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AI &amp; Big Data Integration:</a:t>
            </a:r>
            <a:r>
              <a:rPr kumimoji="0" lang="en-US" altLang="en-US" sz="1400" b="0" i="0" u="none" strike="noStrike" cap="none" normalizeH="0" baseline="0" dirty="0">
                <a:ln>
                  <a:noFill/>
                </a:ln>
                <a:effectLst/>
                <a:latin typeface="Arial" panose="020B0604020202020204" pitchFamily="34" charset="0"/>
              </a:rPr>
              <a:t> Implement </a:t>
            </a:r>
            <a:r>
              <a:rPr kumimoji="0" lang="en-US" altLang="en-US" sz="1400" b="1" i="0" u="none" strike="noStrike" cap="none" normalizeH="0" baseline="0" dirty="0">
                <a:ln>
                  <a:noFill/>
                </a:ln>
                <a:effectLst/>
                <a:latin typeface="Arial" panose="020B0604020202020204" pitchFamily="34" charset="0"/>
              </a:rPr>
              <a:t>machine learning models</a:t>
            </a:r>
            <a:r>
              <a:rPr kumimoji="0" lang="en-US" altLang="en-US" sz="1400" b="0" i="0" u="none" strike="noStrike" cap="none" normalizeH="0" baseline="0" dirty="0">
                <a:ln>
                  <a:noFill/>
                </a:ln>
                <a:effectLst/>
                <a:latin typeface="Arial" panose="020B0604020202020204" pitchFamily="34" charset="0"/>
              </a:rPr>
              <a:t> to predict seasonal health risks based on long-term weather patterns.</a:t>
            </a: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IoT-Based Smart Healthcare Solutions:</a:t>
            </a:r>
            <a:r>
              <a:rPr kumimoji="0" lang="en-US" altLang="en-US" sz="1400" b="0" i="0" u="none" strike="noStrike" cap="none" normalizeH="0" baseline="0" dirty="0">
                <a:ln>
                  <a:noFill/>
                </a:ln>
                <a:effectLst/>
                <a:latin typeface="Arial" panose="020B0604020202020204" pitchFamily="34" charset="0"/>
              </a:rPr>
              <a:t> Use </a:t>
            </a:r>
            <a:r>
              <a:rPr kumimoji="0" lang="en-US" altLang="en-US" sz="1400" b="1" i="0" u="none" strike="noStrike" cap="none" normalizeH="0" baseline="0" dirty="0">
                <a:ln>
                  <a:noFill/>
                </a:ln>
                <a:effectLst/>
                <a:latin typeface="Arial" panose="020B0604020202020204" pitchFamily="34" charset="0"/>
              </a:rPr>
              <a:t>real-time environmental monitoring</a:t>
            </a:r>
            <a:r>
              <a:rPr kumimoji="0" lang="en-US" altLang="en-US" sz="1400" b="0" i="0" u="none" strike="noStrike" cap="none" normalizeH="0" baseline="0" dirty="0">
                <a:ln>
                  <a:noFill/>
                </a:ln>
                <a:effectLst/>
                <a:latin typeface="Arial" panose="020B0604020202020204" pitchFamily="34" charset="0"/>
              </a:rPr>
              <a:t> to provide alerts on extreme weather conditions affecting cardiovascular and respiratory health.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E0488BA-180E-40D8-8350-4B1791795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stethoscope formed in a heart">
            <a:extLst>
              <a:ext uri="{FF2B5EF4-FFF2-40B4-BE49-F238E27FC236}">
                <a16:creationId xmlns:a16="http://schemas.microsoft.com/office/drawing/2014/main" id="{1B959970-3CDC-2A17-AC2B-0E762DC2A491}"/>
              </a:ext>
            </a:extLst>
          </p:cNvPr>
          <p:cNvPicPr>
            <a:picLocks noChangeAspect="1"/>
          </p:cNvPicPr>
          <p:nvPr/>
        </p:nvPicPr>
        <p:blipFill>
          <a:blip r:embed="rId2">
            <a:alphaModFix amt="40000"/>
          </a:blip>
          <a:srcRect l="601" r="13398" b="-1"/>
          <a:stretch/>
        </p:blipFill>
        <p:spPr>
          <a:xfrm>
            <a:off x="20" y="10"/>
            <a:ext cx="9143980" cy="6857990"/>
          </a:xfrm>
          <a:prstGeom prst="rect">
            <a:avLst/>
          </a:prstGeom>
        </p:spPr>
      </p:pic>
      <p:sp>
        <p:nvSpPr>
          <p:cNvPr id="2" name="Title 1">
            <a:extLst>
              <a:ext uri="{FF2B5EF4-FFF2-40B4-BE49-F238E27FC236}">
                <a16:creationId xmlns:a16="http://schemas.microsoft.com/office/drawing/2014/main" id="{14DBD891-5AF2-FEDD-5A8C-1B4DA9896958}"/>
              </a:ext>
            </a:extLst>
          </p:cNvPr>
          <p:cNvSpPr>
            <a:spLocks noGrp="1"/>
          </p:cNvSpPr>
          <p:nvPr>
            <p:ph type="title"/>
          </p:nvPr>
        </p:nvSpPr>
        <p:spPr>
          <a:xfrm>
            <a:off x="866215" y="973668"/>
            <a:ext cx="6571060" cy="706964"/>
          </a:xfrm>
        </p:spPr>
        <p:txBody>
          <a:bodyPr>
            <a:normAutofit/>
          </a:bodyPr>
          <a:lstStyle/>
          <a:p>
            <a:r>
              <a:rPr lang="en-US" dirty="0">
                <a:solidFill>
                  <a:schemeClr val="tx1"/>
                </a:solidFill>
              </a:rPr>
              <a:t>CONCLUSION</a:t>
            </a:r>
          </a:p>
        </p:txBody>
      </p:sp>
      <p:sp>
        <p:nvSpPr>
          <p:cNvPr id="31" name="Rectangle 3">
            <a:extLst>
              <a:ext uri="{FF2B5EF4-FFF2-40B4-BE49-F238E27FC236}">
                <a16:creationId xmlns:a16="http://schemas.microsoft.com/office/drawing/2014/main" id="{CFF82AE6-D166-F933-D6FB-AC1FE631D0B4}"/>
              </a:ext>
            </a:extLst>
          </p:cNvPr>
          <p:cNvSpPr>
            <a:spLocks noGrp="1" noChangeArrowheads="1"/>
          </p:cNvSpPr>
          <p:nvPr>
            <p:ph idx="1"/>
          </p:nvPr>
        </p:nvSpPr>
        <p:spPr bwMode="auto">
          <a:xfrm>
            <a:off x="866215" y="1958009"/>
            <a:ext cx="6916124" cy="40617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Weather temperature significantly impacts heart rate and disease susceptibility</a:t>
            </a:r>
            <a:r>
              <a:rPr kumimoji="0" lang="en-US" altLang="en-US" b="0" i="0" u="none" strike="noStrike" cap="none" normalizeH="0" baseline="0" dirty="0">
                <a:ln>
                  <a:noFill/>
                </a:ln>
                <a:solidFill>
                  <a:schemeClr val="tx1"/>
                </a:solidFill>
                <a:effectLst/>
                <a:latin typeface="Arial" panose="020B0604020202020204" pitchFamily="34" charset="0"/>
              </a:rPr>
              <a:t>, with cold increasing blood pressure risks and heat elevating heart rate due to dehydration. </a:t>
            </a:r>
          </a:p>
          <a:p>
            <a:pPr marL="0" marR="0" lvl="0" indent="0" defTabSz="914400" rtl="0" eaLnBrk="0" fontAlgn="base" latinLnBrk="0" hangingPunct="0">
              <a:lnSpc>
                <a:spcPct val="90000"/>
              </a:lnSpc>
              <a:spcBef>
                <a:spcPct val="0"/>
              </a:spcBef>
              <a:spcAft>
                <a:spcPts val="60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Older adults are more vulnerable</a:t>
            </a:r>
            <a:r>
              <a:rPr kumimoji="0" lang="en-US" altLang="en-US" b="0" i="0" u="none" strike="noStrike" cap="none" normalizeH="0" baseline="0" dirty="0">
                <a:ln>
                  <a:noFill/>
                </a:ln>
                <a:solidFill>
                  <a:schemeClr val="tx1"/>
                </a:solidFill>
                <a:effectLst/>
                <a:latin typeface="Arial" panose="020B0604020202020204" pitchFamily="34" charset="0"/>
              </a:rPr>
              <a:t> to temperature-induced cardiovascular stress, while younger individuals adapt better but still face risks in extreme conditions. </a:t>
            </a:r>
          </a:p>
          <a:p>
            <a:pPr marL="0" marR="0" lvl="0" indent="0" defTabSz="914400" rtl="0" eaLnBrk="0" fontAlgn="base" latinLnBrk="0" hangingPunct="0">
              <a:lnSpc>
                <a:spcPct val="90000"/>
              </a:lnSpc>
              <a:spcBef>
                <a:spcPct val="0"/>
              </a:spcBef>
              <a:spcAft>
                <a:spcPts val="60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Analyzing weather-health patterns</a:t>
            </a:r>
            <a:r>
              <a:rPr kumimoji="0" lang="en-US" altLang="en-US" b="0" i="0" u="none" strike="noStrike" cap="none" normalizeH="0" baseline="0" dirty="0">
                <a:ln>
                  <a:noFill/>
                </a:ln>
                <a:solidFill>
                  <a:schemeClr val="tx1"/>
                </a:solidFill>
                <a:effectLst/>
                <a:latin typeface="Arial" panose="020B0604020202020204" pitchFamily="34" charset="0"/>
              </a:rPr>
              <a:t> helps in early detection of health risks and improves preventive care strategies. </a:t>
            </a:r>
          </a:p>
          <a:p>
            <a:pPr marL="0" marR="0" lvl="0" indent="0" defTabSz="914400" rtl="0" eaLnBrk="0" fontAlgn="base" latinLnBrk="0" hangingPunct="0">
              <a:lnSpc>
                <a:spcPct val="90000"/>
              </a:lnSpc>
              <a:spcBef>
                <a:spcPct val="0"/>
              </a:spcBef>
              <a:spcAft>
                <a:spcPts val="60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Future applications include AI-driven predictive models</a:t>
            </a:r>
            <a:r>
              <a:rPr kumimoji="0" lang="en-US" altLang="en-US" b="0" i="0" u="none" strike="noStrike" cap="none" normalizeH="0" baseline="0" dirty="0">
                <a:ln>
                  <a:noFill/>
                </a:ln>
                <a:solidFill>
                  <a:schemeClr val="tx1"/>
                </a:solidFill>
                <a:effectLst/>
                <a:latin typeface="Arial" panose="020B0604020202020204" pitchFamily="34" charset="0"/>
              </a:rPr>
              <a:t> for real-time health monitoring and personalized healthcare recommendations. </a:t>
            </a:r>
          </a:p>
          <a:p>
            <a:pPr marL="0" marR="0" lvl="0" indent="0" defTabSz="914400" rtl="0" eaLnBrk="0" fontAlgn="base" latinLnBrk="0" hangingPunct="0">
              <a:lnSpc>
                <a:spcPct val="90000"/>
              </a:lnSpc>
              <a:spcBef>
                <a:spcPct val="0"/>
              </a:spcBef>
              <a:spcAft>
                <a:spcPts val="60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480325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48" name="Rectangle 4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6"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51" name="Rectangle 5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58" name="Group 57">
            <a:extLst>
              <a:ext uri="{FF2B5EF4-FFF2-40B4-BE49-F238E27FC236}">
                <a16:creationId xmlns:a16="http://schemas.microsoft.com/office/drawing/2014/main" id="{5F72ECA3-2A46-4A5A-8330-12F7E22105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useBgFill="1">
          <p:nvSpPr>
            <p:cNvPr id="63" name="Rectangle 62">
              <a:extLst>
                <a:ext uri="{FF2B5EF4-FFF2-40B4-BE49-F238E27FC236}">
                  <a16:creationId xmlns:a16="http://schemas.microsoft.com/office/drawing/2014/main" id="{2A4A5C4D-76C1-47EA-A0B6-CF294A5F4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4" name="Freeform 5">
              <a:extLst>
                <a:ext uri="{FF2B5EF4-FFF2-40B4-BE49-F238E27FC236}">
                  <a16:creationId xmlns:a16="http://schemas.microsoft.com/office/drawing/2014/main" id="{29BC618C-AD3C-444D-B8CB-6FB6920D48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3" name="Content Placeholder 2"/>
          <p:cNvSpPr>
            <a:spLocks noGrp="1"/>
          </p:cNvSpPr>
          <p:nvPr>
            <p:ph idx="1"/>
          </p:nvPr>
        </p:nvSpPr>
        <p:spPr>
          <a:xfrm>
            <a:off x="866216" y="1573427"/>
            <a:ext cx="1825928" cy="4065372"/>
          </a:xfrm>
        </p:spPr>
        <p:txBody>
          <a:bodyPr vert="horz" lIns="91440" tIns="45720" rIns="91440" bIns="45720" rtlCol="0" anchor="t">
            <a:normAutofit/>
          </a:bodyPr>
          <a:lstStyle/>
          <a:p>
            <a:pPr marL="0" indent="0">
              <a:buNone/>
            </a:pPr>
            <a:r>
              <a:rPr lang="en-US" sz="2400" cap="all">
                <a:solidFill>
                  <a:schemeClr val="tx1"/>
                </a:solidFill>
              </a:rPr>
              <a:t>.</a:t>
            </a:r>
          </a:p>
        </p:txBody>
      </p:sp>
      <p:sp>
        <p:nvSpPr>
          <p:cNvPr id="65" name="Rectangle 64">
            <a:extLst>
              <a:ext uri="{FF2B5EF4-FFF2-40B4-BE49-F238E27FC236}">
                <a16:creationId xmlns:a16="http://schemas.microsoft.com/office/drawing/2014/main" id="{029C0D00-401D-42B7-94D8-008C7DAA8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076" name="Picture 4" descr="Hearts confetti and text thank you. Expressing gratitude to doctors and nurses Hearts confetti and text thank you. Expressing gratitude to doctors and nurses idea thank you doctor stock pictures, royalty-free photos &amp; images">
            <a:extLst>
              <a:ext uri="{FF2B5EF4-FFF2-40B4-BE49-F238E27FC236}">
                <a16:creationId xmlns:a16="http://schemas.microsoft.com/office/drawing/2014/main" id="{6866A449-EDC7-9364-0C89-0F78E43F6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820" y="447262"/>
            <a:ext cx="8450359" cy="5874026"/>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1301</TotalTime>
  <Words>784</Words>
  <Application>Microsoft Office PowerPoint</Application>
  <PresentationFormat>On-screen Show (4:3)</PresentationFormat>
  <Paragraphs>74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Gothic</vt:lpstr>
      <vt:lpstr>Wingdings 3</vt:lpstr>
      <vt:lpstr>Ion Boardroom</vt:lpstr>
      <vt:lpstr>Weather Temperature and Health Analysis</vt:lpstr>
      <vt:lpstr>Understanding the Correlation Between Weather and Health</vt:lpstr>
      <vt:lpstr>Data Used in the Analysis</vt:lpstr>
      <vt:lpstr>Summary of Key Findings</vt:lpstr>
      <vt:lpstr>Implementation</vt:lpstr>
      <vt:lpstr>DATA MODEL</vt:lpstr>
      <vt:lpstr>Data Processing Workflow </vt:lpstr>
      <vt:lpstr>Impact of Temperature on Body Vitals</vt:lpstr>
      <vt:lpstr>Heart Rate VS Age</vt:lpstr>
      <vt:lpstr>Count by Blood Type</vt:lpstr>
      <vt:lpstr>Body Temperature VS Weather temperature by Age</vt:lpstr>
      <vt:lpstr>PowerPoint Presentation</vt:lpstr>
      <vt:lpstr>Key Findings &amp; Observations</vt:lpstr>
      <vt:lpstr>Final Insights and Recommendations</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Anusha T</dc:creator>
  <cp:keywords/>
  <dc:description>generated using python-pptx</dc:description>
  <cp:lastModifiedBy>Anusha T</cp:lastModifiedBy>
  <cp:revision>2</cp:revision>
  <dcterms:created xsi:type="dcterms:W3CDTF">2013-01-27T09:14:16Z</dcterms:created>
  <dcterms:modified xsi:type="dcterms:W3CDTF">2025-02-26T03:05:05Z</dcterms:modified>
  <cp:category/>
</cp:coreProperties>
</file>